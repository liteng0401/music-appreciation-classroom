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第01单元　学会聆听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音乐情感及情绪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鉴赏音乐的两把钥匙：①用"音乐要素及音乐语言"拆解作品如何组织声音；②用"音乐情感及情绪"理解作品表达什么、为何动人。先会"听要素"，再能"读情绪"。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音乐语言：是凭借音乐的形式要素来表现人类情感的艺术手段（书第10页）。 - When to use: 解释"同样的音为什么能表情达…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音乐要素（形式要素）：由声音的高低、长短、强弱、音色互相结合形成，如节奏、节拍、力度、速度、旋律、调式、音阶、和声、曲式、织体、音色等（书第1…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音乐情绪 vs 音乐情感：情绪具情景性、暂时性，可用表情术语形容；情感更稳定、深刻、宽泛，是审美的重要内涵（书第15页）。 - When to u…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节奏：是指音乐运动中音的长短和强弱（书第10页）。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节拍：有重音的和无重音的相同时间片断，按照一定次序循环重复，叫作节拍；节拍是用强弱关系来组织音乐的（书第10页）。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力度：音乐中音量的强弱程度（书第10页）。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速度：音乐进行中节拍的快慢程度（书第10页）。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旋律：也称作曲调；高低起伏的乐音按一定的节奏有秩序地横向组织起来就形成旋律（书第10页）。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调式：音乐中使用的音按一定的关系连接起来，以一个音（主音）为中心构成一个体系，就叫调式；如大调式、小调式、五声调式等（书第10…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把"号子"当"山歌"：号子与劳动结合、节奏规整、一领众和；山歌自由舒展、旋律高亢（本单元尚未讲民歌，但听《一杯美酒》等时要注意"节奏自由/规整"的区别，详见 ch02）。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把音乐情绪等同于音乐情感：情绪是暂时的情景反应（欢快），情感是深层共鸣（爱国、思乡）；只标情绪会漏掉鉴赏的"审美内涵"层。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只记名词不对照音响：节奏/织体等定义须结合具体作品听，否则只是背术语。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祝酒歌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韩伟词、施光南曲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歌曲（带再现复二部曲式）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立志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赵季平曲（交响组曲《乔家大院》第二乐章）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交响组曲乐章（1=G小快板）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母亲教我的歌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〔捷〕海杜克词、德沃夏克曲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艺术歌曲（1=D，2/4，行板）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流浪者之歌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〔西〕萨拉萨蒂曲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小提琴曲（四段）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鉴赏音乐的两把钥匙：①用"音乐要素及音乐语言"拆解作品如何组织声音；②用"音乐情感及情绪"理解作品表达什么、为何动人。先会"听要素"，再能"读情绪"。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辨明「节奏」的含义与听辨方法。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区分「节奏」与「节拍」的边界，避免混淆。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【对比】对比《一杯美酒》与《流浪者之歌》：并置聆听，引导学生聚焦「节奏」听辨二者处理的不同，体会同一母题如何因要素差异而生出不同音乐性格。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【类合】类合：将《一杯美酒》《轻骑兵序曲》《祝酒歌》并听，归纳它们在「节奏」上的共同表达，形成对这类音乐的概括性认识。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【区分】区分：暂时悬置其他要素，单点聚焦「节奏」，让学生只听这一层，建立清晰辨知后再放回整体。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【融合】融合：设计聆听任务，让学生同时关照「节奏」与情感内涵（如边听边标情绪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下列关于「节拍」的表述，正确的是？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音乐进行中节拍的快慢程度（书第10页）。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是指音乐运动中音的长短和强弱（书第10页）。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有重音的和无重音的相同时间片断，按照一定次序循环重复，叫作节拍；节拍是用强弱关系来组织音乐的（书第10页）。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音乐中使用的音按一定的关系连接起来，以一个音（主音）为中心构成一个体系，就叫调式；如大调式、小调式、五声调式等（书第10页）。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解析：有重音的和无重音的相同时间片断，按照一定次序循环重复，叫作节拍；节拍是用强弱关系来组织音乐的（书第10页）。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下列关于「节奏」的表述，正确的是？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两个以上不同的音按一定的法则同时发声而构成的音响组合（书第10页）。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音乐进行中节拍的快慢程度（书第10页）。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多声音乐作品中各声部的组合形态（包括纵向结合及横向结合关系）（书第10页）。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是指音乐运动中音的长短和强弱（书第10页）。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解析：是指音乐运动中音的长短和强弱（书第10页）。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下列关于「音乐情绪 vs 音乐情感」的表述，正确的是？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情绪具情景性、暂时性，可用表情术语形容；情感更稳定、深刻、宽泛，是审美的重要内涵（书第15页）。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调式中的各音，从主音开始自低到高或自高到低排列起来即构成音阶（书第10页）。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音乐中音量的强弱程度（书第10页）。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较之情绪更为深刻与宽泛；音乐是情感艺术，情感体验是音乐审美的重要内涵（书第15页）。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解析：情绪具情景性、暂时性，可用表情术语形容；情感更稳定、深刻、宽泛，是审美的重要内涵（书第15页）。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《轻骑兵序曲》的作曲/来源是？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〔奥〕苏佩曲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维吾尔族民歌，艾克拜尔·吾拉木译配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赵季平曲（交响组曲《乔家大院》第二乐章）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〔捷〕海杜克词、德沃夏克曲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解析：《轻骑兵序曲》— 〔奥〕苏佩曲，体裁：歌剧序曲（A庄严/B快板/C小快板）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