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第14单元　自由幻想的浪漫乐派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舒伯特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下篇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浪漫主义音乐强调个人情感、诗意与文学/绘画的联姻；鉴赏时要抓住"艺术歌曲（人声+精微钢琴伴奏）""夜曲（歌唱性钢琴小品）""标题音乐（固定乐思）""歌剧（宣叙调/咏叹调）"四种典型体裁，并理解贝多芬是如何成为其先行者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艺术歌曲（Lied）：由作曲家为某种艺术表现目的，根据文学家诗作而创作的歌曲；多为独唱曲，对演唱技术有较高要求，一般都有精心编配的钢琴伴奏（书…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标题音乐与非标题音乐：标题音乐是浪漫主义作曲家将音乐与文学、戏剧、绘画结合的综合形式，用文字说明创作意图与思想内容（即"标题"）；与"纯音乐"…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固定乐思（idée fixe）：标题音乐重要手法，代表某人物或思想感情，在音乐发展中做种种变化以适应文学性、戏剧性内容的环境与情节（书第160页）。 -…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艺术歌曲：据文学家诗作创作、精心编配钢琴伴奏的独唱歌曲（书第157页）。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声乐套曲：由若干首内容有关联的声乐曲组成的套曲，源于16世纪牧歌，多描述个人生活感受与内心体验（书第157页）。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舒伯特与艺术歌曲：奥地利作曲家舒伯特（1797—1828），早期浪漫主义代表、"自由艺术家"；一生作600多首艺术歌曲，被誉为"歌曲之王"…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夜曲（Nocturne）：爱尔兰作曲家菲尔德于19世纪初创立的钢琴体裁，源于意大利器乐合奏小夜曲；旋律优美抒情、富于歌唱性，伴奏多分解和弦，意境沉…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肖邦（Frédéric Chopin, 1810—1849）：波兰作曲家，创作几乎集中于钢琴音乐，融波兰民间音乐精髓，人称"钢琴诗人"（书第159页）。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标题音乐与非标题音乐：见 Frameworks（书第161页）。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把艺术歌曲当"普通流行歌"：艺术歌曲以著名诗歌为词、钢琴伴奏精微且参与意境，是高度艺术化的独唱体裁，非随口可唱的群众歌曲。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以为夜曲只是"安静的曲子"：夜曲有严密的抒情结构与肖邦式的华彩/装饰，是浪漫钢琴珍品，不是背景轻音乐。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把标题音乐当"描摹现实"：标题音乐写的是文学/绘画的"意象与情感"（如德彪西说写的是大海的意象而非复制品），勿按写实标准苛求。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混淆意大利歌剧各家：威尔第重"人性戏剧"与美声辉煌，普契尼风格不同，勿笼统归为"意大利歌剧"而不加分殊。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鳟鱼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[德]舒巴尔特词、[奥]舒伯特曲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艺术歌曲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浪漫主义音乐强调个人情感、诗意与文学/绘画的联姻；鉴赏时要抓住"艺术歌曲（人声+精微钢琴伴奏）""夜曲（歌唱性钢琴小品）""标题音乐（固定乐思）""歌剧（宣叙调/咏叹调）"四种典型体裁，并理解贝多芬是如何成为其先行者的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辨明「艺术歌曲」的含义与听辨方法。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区分「艺术歌曲」与「声乐套曲」的边界，避免混淆。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【对比】对比《鳟鱼》与《凯旋进行曲（选自阿依达）》：并置聆听，引导学生聚焦「艺术歌曲」听辨二者处理的不同，体会同一母题如何因要素差异而生出不同音乐性格。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【类合】类合：将《鳟鱼》《降b小调夜曲》《幻想交响曲（第二乐章）》并听，归纳它们在「艺术歌曲」上的共同表达，形成对这类音乐的概括性认识。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【区分】区分：暂时悬置其他要素，单点聚焦「艺术歌曲」，让学生只听这一层，建立清晰辨知后再放回整体。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【融合】融合：设计聆听任务，让学生同时关照「艺术歌曲」与情感内涵（如边听边标情绪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下列关于「舒伯特与艺术歌曲」的表述，正确的是？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奥地利作曲家舒伯特（1797—1828），早期浪漫主义代表、"自由艺术家"；一生作600多首艺术歌曲，被誉为"歌曲之王"（书第157页）。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与威尔第并列的意大利歌剧代表（教材于歌剧知识中并列提及）（书第163页）。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波兰作曲家，创作几乎集中于钢琴音乐，融波兰民间音乐精髓，人称"钢琴诗人"（书第159页）。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见 Frameworks（书第161页）。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解析：奥地利作曲家舒伯特（1797—1828），早期浪漫主义代表、"自由艺术家"；一生作600多首艺术歌曲，被誉为"歌曲之王"（书第157页）。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下列关于「声乐套曲」的表述，正确的是？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标题音乐重要手法，代表某人物或思想感情，在音乐发展中做种种变化以适应文学性、戏剧性内容的环境与情节（书第160页）。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由作曲家为某种艺术表现目的，根据文学家诗作而创作的歌曲；多为独唱曲，对演唱技术有较高要求，一般都有精心编配的钢琴伴奏（书第157页）。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爱尔兰作曲家菲尔德于19世纪初创立的钢琴体裁，源于意大利器乐合奏小夜曲；旋律优美抒情、富于歌唱性，伴奏多分解和弦，意境沉静深邃；肖邦推其发展（书第159页）。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由若干首内容有关联的声乐曲组成的套曲，源于16世纪牧歌，多描述个人生活感受与内心体验（书第157页）。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解析：由若干首内容有关联的声乐曲组成的套曲，源于16世纪牧歌，多描述个人生活感受与内心体验（书第157页）。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