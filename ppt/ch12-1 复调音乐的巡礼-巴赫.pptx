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第12单元　复调音乐的巡礼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巴赫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巴赫是巴洛克复调音乐的集大成者；鉴赏时要能听辨"复调音乐"（几条独立旋律横向交织）与"主调音乐"（一条主旋律+和声伴奏）的根本区别，并理解十二平均律这一律制基础。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复调音乐与主调音乐：复调音乐是指将几条旋律线按一定规则结合的多声音乐，几条旋律线都具有独立意义、注重横向发展，彼此对比或补充；主调音乐中几个…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十二平均律：将八度音程平均分为12个相等音程的律制（书第147页）。 - When to use: 理解键盘乐器音律、转调自由的基础…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复调音乐：几条具独立意义的旋律线结合的多声音乐，注重横向发展，彼此对比或补充（书第146页）。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主调音乐：几个声部重视纵向结合，仅一条主要旋律线独立，其余为和声性伴奏（书第146页）。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十二平均律：八度音程平均分为12个相等音程的律制（书第147页）。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巴赫（Johann Sebastian Bach, 1685—1750）：德国作曲家，巴洛克音乐代表人物之一；曾任魏玛宫廷乐长、莱比锡托马斯教堂乐长27年，生前以管风琴及古钢琴演奏家闻名；182…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《勃兰登堡协奏曲》：巴赫共作六首，第二首为四件独奏乐器（小号、竖笛、双簧管、小提琴）加伴奏组而作；第一乐章轻快Allegro，第二乐章And…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巴洛克音乐：以巴赫为代表的时期风格，特征包括轻快的速度、号角性格乐句、复调技法娴熟运用等（书第145页）。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把复调当"乱"或"不和谐"：复调是几条同样重要的旋律按规则结合，是巴洛克的核心成就，不是没写好；应主动追踪各独立线条。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混淆复调与主调：二者是相反的织体逻辑（横向线条 vs 纵向和声），听辨时先看"有几条能独立歌唱的旋律"，勿凭音量判断。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以为十二平均律只是技术问题：它是西方音乐自由转调、调性体系得以展开的基础，理解它才能理解后世古典/浪漫作品。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勃兰登堡协奏曲（第二分曲）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[德]巴赫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管弦乐协奏曲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马太受难曲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[德]巴赫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受难曲（宗教声乐）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巴赫是巴洛克复调音乐的集大成者；鉴赏时要能听辨"复调音乐"（几条独立旋律横向交织）与"主调音乐"（一条主旋律+和声伴奏）的根本区别，并理解十二平均律这一律制基础。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辨明「复调音乐」的含义与听辨方法。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区分「复调音乐」与「主调音乐」的边界，避免混淆。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【对比】对比《勃兰登堡协奏曲（第二分曲）》与《马太受难曲》：并置聆听，引导学生聚焦「复调音乐」听辨二者处理的不同，体会同一母题如何因要素差异而生出不同音乐性格。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【类合】类合：将《勃兰登堡协奏曲（第二分曲）》《马太受难曲》并听，归纳它们在「复调音乐」上的共同表达，形成对这类音乐的概括性认识。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【区分】区分：暂时悬置其他要素，单点聚焦「复调音乐」，让学生只听这一层，建立清晰辨知后再放回整体。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【融合】融合：设计聆听任务，让学生同时关照「复调音乐」与情感内涵（如边听边标情绪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下列关于「复调音乐」的表述，正确的是？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八度音程平均分为12个相等音程的律制（书第147页）。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复调音乐是指将几条旋律线按一定规则结合的多声音乐，几条旋律线都具有独立意义、注重横向发展，彼此对比或补充；主调音乐中几个声部重视纵向结合，只有一条具独立意义的主要旋律线，其他声部是和声性伴奏，陪衬主旋律（书第146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以巴赫为代表的时期风格，特征包括轻快的速度、号角性格乐句、复调技法娴熟运用等（书第145页）。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几条具独立意义的旋律线结合的多声音乐，注重横向发展，彼此对比或补充（书第146页）。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解析：几条具独立意义的旋律线结合的多声音乐，注重横向发展，彼此对比或补充（书第146页）。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下列关于「十二平均律」的表述，正确的是？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德国作曲家，巴洛克音乐代表人物之一；曾任魏玛宫廷乐长、莱比锡托马斯教堂乐长27年，生前以管风琴及古钢琴演奏家闻名；1829年门德尔松指挥演出使其价值获广泛认可（书第145页）。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巴赫共作六首，第二首为四件独奏乐器（小号、竖笛、双簧管、小提琴）加伴奏组而作；第一乐章轻快Allegro，第二乐章Andante（无小号，沉思环绕），末乐章Allegro assai（书第144—145页）。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将八度音程平均分为12个相等音程的律制（书第147页）。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几个声部重视纵向结合，仅一条主要旋律线独立，其余为和声性伴奏（书第146页）。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解析：将八度音程平均分为12个相等音程的律制（书第147页）。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下列关于「巴赫（Johann Sebastian Bach, 1685—1750）」的表述，正确的是？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以巴赫为代表的时期风格，特征包括轻快的速度、号角性格乐句、复调技法娴熟运用等（书第145页）。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德国作曲家，巴洛克音乐代表人物之一；曾任魏玛宫廷乐长、莱比锡托马斯教堂乐长27年，生前以管风琴及古钢琴演奏家闻名；1829年门德尔松指挥演出使其价值获广泛认可（书第145页）。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复调音乐是指将几条旋律线按一定规则结合的多声音乐，几条旋律线都具有独立意义、注重横向发展，彼此对比或补充；主调音乐中几个声部重视纵向结合，只有一条具独立意义的主要旋律线，其他声部是和声性伴奏，陪衬主旋律（书第146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将八度音程平均分为12个相等音程的律制（书第147页）。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解析：德国作曲家，巴洛克音乐代表人物之一；曾任魏玛宫廷乐长、莱比锡托马斯教堂乐长27年，生前以管风琴及古钢琴演奏家闻名；1829年门德尔松指挥演出使其价值获广泛认可（书第145页）。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下列关于「《勃兰登堡协奏曲》」的表述，正确的是？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巴赫共作六首，第二首为四件独奏乐器（小号、竖笛、双簧管、小提琴）加伴奏组而作；第一乐章轻快Allegro，第二乐章Andante（无小号，沉思环绕），末乐章Allegro assai（书第144—145页）。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德国作曲家，巴洛克音乐代表人物之一；曾任魏玛宫廷乐长、莱比锡托马斯教堂乐长27年，生前以管风琴及古钢琴演奏家闻名；1829年门德尔松指挥演出使其价值获广泛认可（书第145页）。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几条具独立意义的旋律线结合的多声音乐，注重横向发展，彼此对比或补充（书第146页）。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以巴赫为代表的时期风格，特征包括轻快的速度、号角性格乐句、复调技法娴熟运用等（书第145页）。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解析：巴赫共作六首，第二首为四件独奏乐器（小号、竖笛、双簧管、小提琴）加伴奏组而作；第一乐章轻快Allegro，第二乐章Andante（无小号，沉思环绕），末乐章Allegro assai（书第144—145页）。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下列关于「巴洛克音乐」的表述，正确的是？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以巴赫为代表的时期风格，特征包括轻快的速度、号角性格乐句、复调技法娴熟运用等（书第145页）。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几个声部重视纵向结合，仅一条主要旋律线独立，其余为和声性伴奏（书第146页）。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将八度音程平均分为12个相等音程的律制（书第147页）。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巴赫共作六首，第二首为四件独奏乐器（小号、竖笛、双簧管、小提琴）加伴奏组而作；第一乐章轻快Allegro，第二乐章Andante（无小号，沉思环绕），末乐章Allegro assai（书第144—145页）。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解析：以巴赫为代表的时期风格，特征包括轻快的速度、号角性格乐句、复调技法娴熟运用等（书第145页）。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下列关于「主调音乐」的表述，正确的是？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复调音乐是指将几条旋律线按一定规则结合的多声音乐，几条旋律线都具有独立意义、注重横向发展，彼此对比或补充；主调音乐中几个声部重视纵向结合，只有一条具独立意义的主要旋律线，其他声部是和声性伴奏，陪衬主旋律（书第146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将八度音程平均分为12个相等音程的律制（书第147页）。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几个声部重视纵向结合，仅一条主要旋律线独立，其余为和声性伴奏（书第146页）。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几条具独立意义的旋律线结合的多声音乐，注重横向发展，彼此对比或补充（书第146页）。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解析：几个声部重视纵向结合，仅一条主要旋律线独立，其余为和声性伴奏（书第146页）。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