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第09单元　文人情致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第1节　高山流水志家国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下篇</a:t>
            </a:r>
          </a:p>
        </p:txBody>
      </p:sp>
      <p:pic>
        <p:nvPicPr>
          <p:cNvPr id="5" name="Picture 4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1051560" cy="1051560"/>
          </a:xfrm>
          <a:prstGeom prst="rect">
            <a:avLst/>
          </a:prstGeom>
        </p:spPr>
      </p:pic>
      <p:pic>
        <p:nvPicPr>
          <p:cNvPr id="6" name="Picture 5" descr="school-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2743200" cy="7397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中国文人音乐以古琴为载体，借"知音""别离""黍离之悲"抒发士人高洁的胸襟与家国情怀；鉴赏时要把乐曲的叙事性、结构章法（起承转合、三叠反复）与文人的情感寄托结合起来听。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起、承、转、合：民族传统乐曲常见的结构章法，多用于分析古琴等器乐曲的布局（如《流水》即按"起、承、转、合"式结构展开）。 - 何时使用：…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三叠（曲式反复）：琴歌《阳关三叠》因曲调"迭唱三次"而得名，全曲分三大段，基本用一个曲调做变化反复。 - 何时使用： 分析琴歌、古代歌曲的…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古琴：有关古琴的记载最早见于《诗经》《尚书》等文献。古琴最初为五弦，周代发展为七弦；三国时期，古琴七弦、十三徽的形制已基本稳定…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琴歌：古琴的表演形式之一，以古琴伴奏歌唱（如《阳关三叠》原为唐代著名的琴歌）。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中国古代歌曲：我国歌曲艺术早在原始社会就已产生发展，历经《诗经》《楚辞》《乐府》、绝律诗、词、曲等阶段；用古琴伴奏的称"琴歌"，与舞蹈…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《广陵散》：古琴曲（古曲），描写战国工匠之子聂政为父报仇刺杀韩王的故事；全曲四十五段，是叙事性大型琴曲，气势磅礴、结构庞大（书第10…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《流水》：古琴曲（古曲），相传伯牙鼓琴、子期知音所奏即此曲；琴谱源于《神奇秘谱》，刊于《天闻阁琴谱》；以"起承转合"描绘山泉、江河…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《阳关三叠》：合唱（原唐琴歌），[唐]王维词、古曲、夏一峰传谱、王震亚编合唱；歌词原是王维七言律诗《送元二使安西》，因"阳关""渭城"…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把古琴曲当"背景轻音乐"：古琴曲（如《广陵散》）是具有磅礴气势、庞大结构的叙事性大型琴曲，需主动追踪其情感变化（怨恨→愤慨），而非随意聆听。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混淆"古代歌曲"与现代创作歌曲：古代歌曲历经诗、词、曲等发展阶段，常配琴或舞蹈，鉴赏时应留意其宫调式、长短句与历史语境，而非用流行歌标准衡量。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广陵散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古曲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古琴曲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流水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古曲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古琴曲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扬州慢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[宋]姜夔词曲、杨荫浏译谱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古代歌曲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中国文人音乐以古琴为载体，借"知音""别离""黍离之悲"抒发士人高洁的胸襟与家国情怀；鉴赏时要把乐曲的叙事性、结构章法（起承转合、三叠反复）与文人的情感寄托结合起来听。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辨明「古琴」的含义与听辨方法。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区分「古琴」与「琴歌」的边界，避免混淆。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【对比】对比《广陵散》与《阳关三叠》：并置聆听，引导学生聚焦「古琴」听辨二者处理的不同，体会同一母题如何因要素差异而生出不同音乐性格。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【类合】类合：将《广陵散》《流水》《扬州慢》并听，归纳它们在「古琴」上的共同表达，形成对这类音乐的概括性认识。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【区分】区分：暂时悬置其他要素，单点聚焦「古琴」，让学生只听这一层，建立清晰辨知后再放回整体。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【融合】融合：设计聆听任务，让学生同时关照「古琴」与情感内涵（如边听边标情绪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下列关于「姜夔（1154—1221）」的表述，正确的是？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合唱（原唐琴歌），[唐]王维词、古曲、夏一峰传谱、王震亚编合唱；歌词原是王维七言律诗《送元二使安西》，因"阳关""渭城"得名（书第105页）。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古琴的表演形式之一，以古琴伴奏歌唱（如《阳关三叠》原为唐代著名的琴歌）。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又名姜白石，南宋音乐家、词人，《扬州慢》作者（书第106页）。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古琴曲（古曲），描写战国工匠之子聂政为父报仇刺杀韩王的故事；全曲四十五段，是叙事性大型琴曲，气势磅礴、结构庞大（书第102页）。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解析：又名姜白石，南宋音乐家、词人，《扬州慢》作者（书第106页）。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下列关于「古琴」的表述，正确的是？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合唱（原唐琴歌），[唐]王维词、古曲、夏一峰传谱、王震亚编合唱；歌词原是王维七言律诗《送元二使安西》，因"阳关""渭城"得名（书第105页）。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又名姜白石，南宋音乐家、词人，《扬州慢》作者（书第106页）。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民族传统乐曲常见的结构章法，多用于分析古琴等器乐曲的布局（如《流水》即按"起、承、转、合"式结构展开）。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有关古琴的记载最早见于《诗经》《尚书》等文献。古琴最初为五弦，周代发展为七弦；三国时期，古琴七弦、十三徽的形制已基本稳定，一直流传沿用到现在。表演形式主要有琴歌、独奏两种（书第104页）。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有关古琴的记载最早见于《诗经》《尚书》等文献。古琴最初为五弦，周代发展为七弦；三国时期，古琴七弦、十三徽的形制已基本稳定，一直流传沿用到现在。表演形式主要有琴歌、独奏两种（书第104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下列关于「中国古代歌曲」的表述，正确的是？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合唱（原唐琴歌），[唐]王维词、古曲、夏一峰传谱、王震亚编合唱；歌词原是王维七言律诗《送元二使安西》，因"阳关""渭城"得名（书第105页）。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我国歌曲艺术早在原始社会就已产生发展，历经《诗经》《楚辞》《乐府》、绝律诗、词、曲等阶段；用古琴伴奏的称"琴歌"，与舞蹈结合的称"相和大曲""歌舞大曲"等（书第107页）。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民族传统乐曲常见的结构章法，多用于分析古琴等器乐曲的布局（如《流水》即按"起、承、转、合"式结构展开）。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有关古琴的记载最早见于《诗经》《尚书》等文献。古琴最初为五弦，周代发展为七弦；三国时期，古琴七弦、十三徽的形制已基本稳定，一直流传沿用到现在。表演形式主要有琴歌、独奏两种（书第104页）。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解析：我国歌曲艺术早在原始社会就已产生发展，历经《诗经》《楚辞》《乐府》、绝律诗、词、曲等阶段；用古琴伴奏的称"琴歌"，与舞蹈结合的称"相和大曲""歌舞大曲"等（书第107页）。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