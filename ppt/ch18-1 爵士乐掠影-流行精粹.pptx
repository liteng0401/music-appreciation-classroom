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第18单元　爵士乐掠影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流行精粹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爵士乐是20世纪美国通俗音乐的精华，从迪克西兰的即兴小乐队，到摇摆乐的大乐队合奏，再到比博普的复杂小乐队聆听型风格；鉴赏时要抓住"即兴、布鲁斯/拉格泰姆根源、乐队编制与节奏"的演变主线。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迪克西兰爵士乐（Dixieland）：始于1912年，吸收布鲁斯和拉格泰姆成分，形成由小号领奏的小乐队即兴演奏特色；代表为路易斯·阿姆斯特朗和金·奥利弗。20…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摇摆乐（Swing）：20世纪20年代发展、1935—1945达顶峰；主要由大乐队演奏，典型约15人，分萨克斯组、铜管组（小号、长号）、节奏组…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比博普爵士乐（Bebop/Bop）：20世纪40年代早期发展的复杂风格，由4—6人小乐队演奏；倾向于让听众聆听而非伴舞，有变化细微的和声与出人意料的节奏（书…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迪克西兰爵士乐：始于1912，吸收布鲁斯与拉格泰姆，小号领奏的小乐队即兴；代表阿姆斯特朗、金·奥利弗（书第188页）。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摇摆乐：1935—1945顶峰的大乐队爵士，约15人三分组（萨克斯/铜管/节奏），齐奏或和声式旋律（书第188页）。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比博普爵士乐：1940s早期的复杂小乐队（4—6人）爵士，细微和声与意外节奏，为聆听非伴舞（书第188页）。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路易斯·阿姆斯特朗（Louis Armstrong, 1901—1971）："爵士乐之父"；在芝加哥制作首批全黑人乐手爵士唱片，灌制最具代表性爵士小号唱片（书第195页）。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《南部之子》（West End Blues / 教材题名）：[美]阿姆斯特朗曲，快节奏，表达愉悦；首尾以小号为主的爵士乐队演奏，中段穿插演唱（书第186页）。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迪齐·吉莱斯皮（Dizzy Gillespie）：比博普代表，《突尼斯之夜》作者（书第187页）。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把爵士乐当"随便演奏"：早期迪克西兰即有小号领奏的严密即兴逻辑，比博普更有复杂和声与节奏，是高度技巧的音乐，非随意。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混淆三阶段：迪克西兰（小号领奏即兴/1910s）、摇摆乐（大乐队伴舞/1935—45顶峰）、比博普（小乐队聆听/1940s）在编制、功能、复杂度上层层演变，勿混为一谈。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以为爵士乐"无调性"：爵士乐多基于调性（常带布鲁斯音），与ch17勋伯格无调性无关，属20世纪通俗音乐另一脉。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南部之子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[美]路易斯·阿姆斯特朗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爵士乐（小号领奏）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突尼斯之夜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[美]迪齐·吉莱斯皮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比博普爵士乐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爵士乐是20世纪美国通俗音乐的精华，从迪克西兰的即兴小乐队，到摇摆乐的大乐队合奏，再到比博普的复杂小乐队聆听型风格；鉴赏时要抓住"即兴、布鲁斯/拉格泰姆根源、乐队编制与节奏"的演变主线。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辨明「迪克西兰爵士乐」的含义与听辨方法。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区分「迪克西兰爵士乐」与「摇摆乐」的边界，避免混淆。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【对比】对比《南部之子》与《突尼斯之夜》：并置聆听，引导学生聚焦「迪克西兰爵士乐」听辨二者处理的不同，体会同一母题如何因要素差异而生出不同音乐性格。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【类合】类合：将《南部之子》《突尼斯之夜》并听，归纳它们在「迪克西兰爵士乐」上的共同表达，形成对这类音乐的概括性认识。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【区分】区分：暂时悬置其他要素，单点聚焦「迪克西兰爵士乐」，让学生只听这一层，建立清晰辨知后再放回整体。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【融合】融合：设计聆听任务，让学生同时关照「迪克西兰爵士乐」与情感内涵（如边听边标情绪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下列关于「摇摆乐（Swing）」的表述，正确的是？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20世纪20年代发展、1935—1945达顶峰；主要由大乐队演奏，典型约15人，分萨克斯组、铜管组（小号、长号）、节奏组（钢琴、打击乐、吉他、低音提琴）；旋律常由全体齐奏或和声方式演奏，主要旋律由萨克斯与铜管的简短反复乐句担当（书第188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始于1912，吸收布鲁斯与拉格泰姆，小号领奏的小乐队即兴；代表阿姆斯特朗、金·奥利弗（书第188页）。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"爵士乐之父"；在芝加哥制作首批全黑人乐手爵士唱片，灌制最具代表性爵士小号唱片（书第195页）。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1940s早期的复杂小乐队（4—6人）爵士，细微和声与意外节奏，为聆听非伴舞（书第188页）。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20世纪20年代发展、1935—1945达顶峰；主要由大乐队演奏，典型约15人，分萨克斯组、铜管组（小号、长号）、节奏组（钢琴、打击乐、吉他、低音提琴）；旋律常由全体齐奏或和声方式演奏，主要旋律由萨克斯与铜管的简短反复乐句担当（书第188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下列关于「迪克西兰爵士乐」的表述，正确的是？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[美]阿姆斯特朗曲，快节奏，表达愉悦；首尾以小号为主的爵士乐队演奏，中段穿插演唱（书第186页）。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始于1912，吸收布鲁斯与拉格泰姆，小号领奏的小乐队即兴；代表阿姆斯特朗、金·奥利弗（书第188页）。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20世纪20年代发展、1935—1945达顶峰；主要由大乐队演奏，典型约15人，分萨克斯组、铜管组（小号、长号）、节奏组（钢琴、打击乐、吉他、低音提琴）；旋律常由全体齐奏或和声方式演奏，主要旋律由萨克斯与铜管的简短反复乐句担当（书第188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1935—1945顶峰的大乐队爵士，约15人三分组（萨克斯/铜管/节奏），齐奏或和声式旋律（书第188页）。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解析：始于1912，吸收布鲁斯与拉格泰姆，小号领奏的小乐队即兴；代表阿姆斯特朗、金·奥利弗（书第188页）。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下列关于「比博普爵士乐（Bebop/Bop）」的表述，正确的是？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20世纪40年代早期发展的复杂风格，由4—6人小乐队演奏；倾向于让听众聆听而非伴舞，有变化细微的和声与出人意料的节奏（书第188页）。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"爵士乐之父"；在芝加哥制作首批全黑人乐手爵士唱片，灌制最具代表性爵士小号唱片（书第195页）。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[美]迪齐·吉莱斯皮曲，被拉丁化的著名比博普作品；查理·帕克吹中音萨克斯、迈尔斯·戴维斯吹小号，六人合奏团，独特比博普语言（书第187页）。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[美]阿姆斯特朗曲，快节奏，表达愉悦；首尾以小号为主的爵士乐队演奏，中段穿插演唱（书第186页）。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解析：20世纪40年代早期发展的复杂风格，由4—6人小乐队演奏；倾向于让听众聆听而非伴舞，有变化细微的和声与出人意料的节奏（书第188页）。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下列关于「《南部之子》（West End Blues / 教材题名）」的表述，正确的是？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20世纪40年代早期发展的复杂风格，由4—6人小乐队演奏；倾向于让听众聆听而非伴舞，有变化细微的和声与出人意料的节奏（书第188页）。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爵士乐的两大根源成分（书第188页）。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1940s早期的复杂小乐队（4—6人）爵士，细微和声与意外节奏，为聆听非伴舞（书第188页）。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[美]阿姆斯特朗曲，快节奏，表达愉悦；首尾以小号为主的爵士乐队演奏，中段穿插演唱（书第186页）。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解析：[美]阿姆斯特朗曲，快节奏，表达愉悦；首尾以小号为主的爵士乐队演奏，中段穿插演唱（书第186页）。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下列关于「摇摆乐」的表述，正确的是？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1935—1945顶峰的大乐队爵士，约15人三分组（萨克斯/铜管/节奏），齐奏或和声式旋律（书第188页）。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爵士乐的两大根源成分（书第188页）。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20世纪20年代发展、1935—1945达顶峰；主要由大乐队演奏，典型约15人，分萨克斯组、铜管组（小号、长号）、节奏组（钢琴、打击乐、吉他、低音提琴）；旋律常由全体齐奏或和声方式演奏，主要旋律由萨克斯与铜管的简短反复乐句担当（书第188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"爵士乐之父"；在芝加哥制作首批全黑人乐手爵士唱片，灌制最具代表性爵士小号唱片（书第195页）。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解析：1935—1945顶峰的大乐队爵士，约15人三分组（萨克斯/铜管/节奏），齐奏或和声式旋律（书第188页）。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下列关于「比博普爵士乐」的表述，正确的是？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20世纪40年代早期发展的复杂风格，由4—6人小乐队演奏；倾向于让听众聆听而非伴舞，有变化细微的和声与出人意料的节奏（书第188页）。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1935—1945顶峰的大乐队爵士，约15人三分组（萨克斯/铜管/节奏），齐奏或和声式旋律（书第188页）。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比博普代表，《突尼斯之夜》作者（书第187页）。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1940s早期的复杂小乐队（4—6人）爵士，细微和声与意外节奏，为聆听非伴舞（书第188页）。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解析：1940s早期的复杂小乐队（4—6人）爵士，细微和声与意外节奏，为聆听非伴舞（书第188页）。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