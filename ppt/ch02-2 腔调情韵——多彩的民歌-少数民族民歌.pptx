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第02单元　腔调情韵——多彩的民歌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第2节　少数民族民歌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上篇</a:t>
            </a:r>
          </a:p>
        </p:txBody>
      </p:sp>
      <p:pic>
        <p:nvPicPr>
          <p:cNvPr id="5" name="Picture 4" descr="school-badg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371600" cy="1824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民歌是"与地理环境、方言、生活方式共生"的口头集体创作。鉴赏民歌先判体裁（汉族：号子/山歌/小调），再辨民族风格（蒙/藏/维/侗等），核心在节奏、旋律与语言的关系。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汉族民歌三类体裁（号子/山歌/小调）：号子协调劳动，一领众和；山歌户外自由抒发；小调形式规整、题材广泛（书第23页）。 - When to use: 听到一首…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民族音乐风格决定因素：与该民族生活区域、生活方式、经济形态、文化传统、文化交流相关（书第28页）。 - When to use: 比较蒙古族长…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号子（劳动号子）：产生并应用于劳动，具有协调与指挥劳动实际功用的民间歌曲；最常见歌唱方式是一领众和（书第23页）。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山歌：多在户外演唱，曲调高亢、嘹亮，节奏自由、悠长，是劳动人民自由抒发感情的民歌种类；多无规整节拍，旋律起伏大、音域广、音区较…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小调（小曲/俗曲）：形式规整匀称，旋律性强，易于流传；题材广泛，从社会政治事件到日常生活、风俗、爱情、游戏（书第23页）。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蒙古族长调：节奏自由、旋律舒展悠长，富有浓郁的草原气息；短调则结构规整、节奏整齐、乐句短小、字多腔少，具叙述性（书第28页）。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藏族音乐三分：民间音乐、宗教音乐、宫廷音乐；民歌中山歌音域宽广、节奏自由、悠长高亢（书第28页）。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维吾尔族音乐：继承古代西域乐传统，吸收中亚、印度、波斯–阿拉伯营养；歌词多比兴、衬词重要，旋律生动活泼、热情奔放（书第28页）。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把"号子"当"山歌"：号子与劳动结合、节奏规整、一领众和；山歌自由舒展、旋律高亢——从节奏规整度即可区分。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把"小调"当"山歌"：小调形式规整匀称、城镇也传唱；山歌无规整节拍、多户外——如《孟姜女》是小调而非山歌。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忽略方言与地理：如《澧水船夫号子》须体会"民歌与地理环境、方言的关系"（书18页），脱离语境会误读风格。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辽阔的草原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蒙古族民歌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长调，节奏自由、舒展悠长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宗巴朗松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藏族民歌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囊玛音调，慢速歌舞曲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牡丹汗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维吾尔族民歌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爱情歌，明朗奔放、新疆特色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蝉之歌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侗族大歌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多声部，三/四/五度音程，衬词为主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民歌是"与地理环境、方言、生活方式共生"的口头集体创作。鉴赏民歌先判体裁（汉族：号子/山歌/小调），再辨民族风格（蒙/藏/维/侗等），核心在节奏、旋律与语言的关系。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辨明「号子（劳动号子）」的含义与听辨方法。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区分「号子（劳动号子）」与「山歌」的边界，避免混淆。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【对比】对比《澧水船夫号子》与《蝉之歌》：并置聆听，引导学生聚焦「号子（劳动号子）」听辨二者处理的不同，体会同一母题如何因要素差异而生出不同音乐性格。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【类合】类合：将《澧水船夫号子》《脚夫调》《弥渡山歌》并听，归纳它们在「号子（劳动号子）」上的共同表达，形成对这类音乐的概括性认识。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【区分】区分：暂时悬置其他要素，单点聚焦「号子（劳动号子）」，让学生只听这一层，建立清晰辨知后再放回整体。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【融合】融合：设计聆听任务，让学生同时关照「号子（劳动号子）」与情感内涵（如边听边标情绪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下列关于「维吾尔族音乐」的表述，正确的是？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继承古代西域乐传统，吸收中亚、印度、波斯–阿拉伯营养；歌词多比兴、衬词重要，旋律生动活泼、热情奔放（书第28页）。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号子协调劳动，一领众和；山歌户外自由抒发；小调形式规整、题材广泛（书第23页）。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节奏自由、旋律舒展悠长，富有浓郁的草原气息；短调则结构规整、节奏整齐、乐句短小、字多腔少，具叙述性（书第28页）。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流传广、影响大的民间小调基本曲调，基本形式为起、承、转、合四句结构（书第21页，相关链接）。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解析：继承古代西域乐传统，吸收中亚、印度、波斯–阿拉伯营养；歌词多比兴、衬词重要，旋律生动活泼、热情奔放（书第28页）。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下列关于「侗族大歌（嘎劳）」的表述，正确的是？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多在户外演唱，曲调高亢、嘹亮，节奏自由、悠长，是劳动人民自由抒发感情的民歌种类；多无规整节拍，旋律起伏大、音域广、音区较高（书第23页）。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无指挥、无伴奏的多声部集体演唱歌曲，含支声复调因素，节日里男女各队坐鼓楼演唱（书第28页）。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与该民族生活区域、生活方式、经济形态、文化传统、文化交流相关（书第28页）。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节奏自由、旋律舒展悠长，富有浓郁的草原气息；短调则结构规整、节奏整齐、乐句短小、字多腔少，具叙述性（书第28页）。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解析：无指挥、无伴奏的多声部集体演唱歌曲，含支声复调因素，节日里男女各队坐鼓楼演唱（书第28页）。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下列关于「孟姜女调」的表述，正确的是？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流传广、影响大的民间小调基本曲调，基本形式为起、承、转、合四句结构（书第21页，相关链接）。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形式规整匀称，旋律性强，易于流传；题材广泛，从社会政治事件到日常生活、风俗、爱情、游戏（书第23页）。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节奏自由、旋律舒展悠长，富有浓郁的草原气息；短调则结构规整、节奏整齐、乐句短小、字多腔少，具叙述性（书第28页）。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继承古代西域乐传统，吸收中亚、印度、波斯–阿拉伯营养；歌词多比兴、衬词重要，旋律生动活泼、热情奔放（书第28页）。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解析：流传广、影响大的民间小调基本曲调，基本形式为起、承、转、合四句结构（书第21页，相关链接）。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《脚夫调》的作曲/来源是？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湖南民歌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维吾尔族民歌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侗族大歌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陕北民歌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解析：《脚夫调》— 陕北民歌，体裁：山歌，1=♭E自由地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