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第07单元　舞动心弦——舞蹈音乐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中国舞蹈音乐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舞蹈音乐"为舞蹈动作而写"，鉴赏时要听"节奏/节拍如何规定舞步、旋律如何刻画情绪"。分民间舞（自娱、风格稳定）与舞剧音乐（戏剧性、独立性强）两条线。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民间舞：在群众中广泛流传、有鲜明民族风格和地方特色的传统舞蹈；受民俗影响、即兴但风格稳定、以自娱为主（书第85页）。 - Whe…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舞剧音乐：舞剧重要组成，承担表现思想、发展情节、塑造人物；具揭示剧情与刻画内心的作用，本身有较强独立性（书第85页）。 - Whe…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芭蕾舞剧：综合音乐、美术、舞蹈的戏剧艺术；音乐据脚本谱写，既是编创基础又要刻画音乐性格与人物内心（书第89页）。 - When t…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民间舞：广泛流传、鲜明民族风格、自娱为主的传统舞蹈形式（书第85页）。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舞剧音乐：表现思想内容、发展戏剧情节、塑造人物形象，揭示剧情与刻画角色内心，独立性较强（书第85页）。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芭蕾舞剧：综合音乐、美术、舞蹈于同一舞台空间的戏剧艺术形式，视听统一（书第89页）。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柴科夫斯基：俄国作曲家（1840—1893），代表作芭蕾舞剧《天鹅湖》《胡桃夹子》《睡美人》等（书第89页）。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阿细跳月特点：节拍为 3+2 的五拍子，切分节奏增加动感（书第82页）。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探戈：源于阿根廷，皮亚佐拉将其与古典、爵士融合，节奏复杂、表现幅度扩张（书第86页）。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把民间舞曲当纯器乐曲：如《阿细跳月》的5拍子直接对应舞步，忽略"舞—乐共生"就漏掉核心。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把芭蕾舞剧音乐当普通乐曲：它需服务剧情与编舞（如《天鹅湖》第三幕外国客人舞蹈），脱离戏剧语境会窄化理解。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混淆探戈与小步舞：探戈阿根廷、切分复杂奔放；小步舞法式宫廷、3/4端庄——舞种误判即节奏误判。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阿细跳月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彝族民间乐曲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民间舞，1=F，5/4（3+2）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快乐的女战士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吴祖强等（《红色娘子军》）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芭蕾舞剧群舞，黎族风格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伎乐天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黄安伦（《敦煌梦》第一组曲）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芭蕾舞剧，古琴音调+现代技法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舞蹈音乐"为舞蹈动作而写"，鉴赏时要听"节奏/节拍如何规定舞步、旋律如何刻画情绪"。分民间舞（自娱、风格稳定）与舞剧音乐（戏剧性、独立性强）两条线。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辨明「民间舞」的含义与听辨方法。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区分「民间舞」与「舞剧音乐」的边界，避免混淆。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【对比】对比《阿细跳月》与《西班牙舞曲》：并置聆听，引导学生聚焦「民间舞」听辨二者处理的不同，体会同一母题如何因要素差异而生出不同音乐性格。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【类合】类合：将《阿细跳月》《快乐的女战士》《伎乐天》并听，归纳它们在「民间舞」上的共同表达，形成对这类音乐的概括性认识。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【区分】区分：暂时悬置其他要素，单点聚焦「民间舞」，让学生只听这一层，建立清晰辨知后再放回整体。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【融合】融合：设计聆听任务，让学生同时关照「民间舞」与情感内涵（如边听边标情绪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下列关于「探戈」的表述，正确的是？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综合音乐、美术、舞蹈于同一舞台空间的戏剧艺术形式，视听统一（书第89页）。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综合音乐、美术、舞蹈的戏剧艺术；音乐据脚本谱写，既是编创基础又要刻画音乐性格与人物内心（书第89页）。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源于阿根廷，皮亚佐拉将其与古典、爵士融合，节奏复杂、表现幅度扩张（书第86页）。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17世纪欧洲宫廷舞，源于法国布朗尔，端庄文雅优美，构图"Z""8"字形（书第95页，相关链接）。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解析：源于阿根廷，皮亚佐拉将其与古典、爵士融合，节奏复杂、表现幅度扩张（书第86页）。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下列关于「舞剧音乐」的表述，正确的是？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俄国作曲家（1840—1893），代表作芭蕾舞剧《天鹅湖》《胡桃夹子》《睡美人》等（书第89页）。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表现思想内容、发展戏剧情节、塑造人物形象，揭示剧情与刻画角色内心，独立性较强（书第85页）。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综合音乐、美术、舞蹈的戏剧艺术；音乐据脚本谱写，既是编创基础又要刻画音乐性格与人物内心（书第89页）。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广泛流传、鲜明民族风格、自娱为主的传统舞蹈形式（书第85页）。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解析：表现思想内容、发展戏剧情节、塑造人物形象，揭示剧情与刻画角色内心，独立性较强（书第85页）。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下列关于「小步舞」的表述，正确的是？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在群众中广泛流传、有鲜明民族风格和地方特色的传统舞蹈；受民俗影响、即兴但风格稳定、以自娱为主（书第85页）。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源于阿根廷，皮亚佐拉将其与古典、爵士融合，节奏复杂、表现幅度扩张（书第86页）。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表现思想内容、发展戏剧情节、塑造人物形象，揭示剧情与刻画角色内心，独立性较强（书第85页）。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17世纪欧洲宫廷舞，源于法国布朗尔，端庄文雅优美，构图"Z""8"字形（书第95页，相关链接）。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解析：17世纪欧洲宫廷舞，源于法国布朗尔，端庄文雅优美，构图"Z""8"字形（书第95页，相关链接）。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《阿细跳月》的作曲/来源是？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黄安伦（《敦煌梦》第一组曲）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〔意〕博凯里尼曲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彝族民间乐曲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〔阿根廷〕皮亚佐拉曲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解析：《阿细跳月》— 彝族民间乐曲，体裁：民间舞，1=F，5/4（3+2）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《伎乐天》的作曲/来源是？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〔俄〕柴科夫斯基（《天鹅湖》）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彝族民间乐曲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黄安伦（《敦煌梦》第一组曲）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〔意〕博凯里尼曲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解析：《伎乐天》— 黄安伦（《敦煌梦》第一组曲），体裁：芭蕾舞剧，古琴音调+现代技法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