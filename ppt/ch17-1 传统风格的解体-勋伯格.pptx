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第17单元　传统风格的解体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勋伯格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20世纪初勋伯格以无调性音乐打破传统大小调体系，标志西方音乐传统的"解体"；鉴赏时要理解"调性音乐（有中心音）"与"无调性音乐（十二半音平等）"的根本分野，并认识表现主义式的不谐和是一种自觉的20世纪技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调性音乐与无调性音乐：调性音乐即有调性的音乐，调中各音对主音有倾向性，总存在一个中心音，和弦构成与曲调进行围绕该中心音；无调性音乐即没有调性的…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逆行（Retrograde）：主题展开变化手法，以原主题最后一音为起音，按逆行方向将各音按原音高和节奏模仿至原起音为止（书第184页）。 - When…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调性音乐：有调性的音乐，存在中心音，各音对主音有倾向性（书第183页）。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无调性音乐：没有调性的音乐，20世纪初出现，十二个半音平等、否定调中心；代表作有《钢琴曲三首》《五首管弦乐曲》《月迷皮埃罗》（书第1…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勋伯格（Arnold Schoenberg, 1874—1951）：[奥—美]作曲家，《五首管弦乐曲》是其从调性转向无调性的重要作品，具表现主义风格（书第182页）。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《预兆》（Omen）：勋伯格《五首管弦乐曲》第一首，作于1909年；速度很快，表明无调性适于表现恐怖、焦急情绪；基本主题是上行旋律线条，以各种…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《五首管弦乐曲》：勋伯格1909年作，标题为《预兆》《往事》《湖边晨景：色彩》《突变》《带伴奏的宣叙调》（书第182页）。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表现主义：与无调性音乐相关的20世纪初艺术风格，展现处于极度痛苦中的幻觉世界（书第182页）。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把无调性当"跑调/写错"：无调性是有意摆脱调中心、十二音平等的20世纪作曲技法，表现主义式不谐和是自觉选择，不是技术失误。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用欣赏调性音乐的方式硬套无调性：传统调性听觉（找主音、盼解决）在无调性中失效，会"难以把握"；应转向对音色、张力、意象的感知。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以为印象派模糊调性=无调性：印象派仍属调性框架内的扩展，真正无调性否定调中心，二者不可混为一谈（见ch16）。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预兆（选自五首管弦乐曲）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[奥—美]勋伯格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管弦乐（无调性）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20世纪初勋伯格以无调性音乐打破传统大小调体系，标志西方音乐传统的"解体"；鉴赏时要理解"调性音乐（有中心音）"与"无调性音乐（十二半音平等）"的根本分野，并认识表现主义式的不谐和是一种自觉的20世纪技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辨明「调性音乐」的含义与听辨方法。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区分「调性音乐」与「无调性音乐」的边界，避免混淆。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【对比】对比本单元内最相近的两首作品，聚焦「调性音乐」听辨其处理差异。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【类合】类合：将《预兆（选自五首管弦乐曲）》并听，归纳它们在「调性音乐」上的共同表达，形成对这类音乐的概括性认识。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【区分】区分：暂时悬置其他要素，单点聚焦「调性音乐」，让学生只听这一层，建立清晰辨知后再放回整体。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【融合】融合：设计聆听任务，让学生同时关照「调性音乐」与情感内涵（如边听边标情绪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下列关于「逆行（Retrograde）」的表述，正确的是？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[奥—美]作曲家，《五首管弦乐曲》是其从调性转向无调性的重要作品，具表现主义风格（书第182页）。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勋伯格《五首管弦乐曲》第一首，作于1909年；速度很快，表明无调性适于表现恐怖、焦急情绪；基本主题是上行旋律线条，以各种方式反复；使用乐器非常规演奏法（长号刺耳声、加弱音器圆号）制造对比（书第182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主题展开变化手法，以原主题最后一音为起音，按逆行方向将各音按原音高和节奏模仿至原起音为止（书第184页）。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与无调性音乐相关的20世纪初艺术风格，展现处于极度痛苦中的幻觉世界（书第182页）。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解析：主题展开变化手法，以原主题最后一音为起音，按逆行方向将各音按原音高和节奏模仿至原起音为止（书第184页）。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下列关于「无调性音乐」的表述，正确的是？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主题展开变化手法，以原主题最后一音为起音，按逆行方向将各音按原音高和节奏模仿至原起音为止（书第184页）。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没有调性的音乐，20世纪初出现，十二个半音平等、否定调中心；代表作有《钢琴曲三首》《五首管弦乐曲》《月迷皮埃罗》（书第183页）。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与无调性音乐相关的20世纪初艺术风格，展现处于极度痛苦中的幻觉世界（书第182页）。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勋伯格《五首管弦乐曲》第一首，作于1909年；速度很快，表明无调性适于表现恐怖、焦急情绪；基本主题是上行旋律线条，以各种方式反复；使用乐器非常规演奏法（长号刺耳声、加弱音器圆号）制造对比（书第182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解析：没有调性的音乐，20世纪初出现，十二个半音平等、否定调中心；代表作有《钢琴曲三首》《五首管弦乐曲》《月迷皮埃罗》（书第183页）。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下列关于「《五首管弦乐曲》」的表述，正确的是？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[奥—美]作曲家，《五首管弦乐曲》是其从调性转向无调性的重要作品，具表现主义风格（书第182页）。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勋伯格1909年作，标题为《预兆》《往事》《湖边晨景：色彩》《突变》《带伴奏的宣叙调》（书第182页）。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有调性的音乐，存在中心音，各音对主音有倾向性（书第183页）。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主题展开变化手法，以原主题最后一音为起音，按逆行方向将各音按原音高和节奏模仿至原起音为止（书第184页）。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解析：勋伯格1909年作，标题为《预兆》《往事》《湖边晨景：色彩》《突变》《带伴奏的宣叙调》（书第182页）。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下列关于「调性音乐」的表述，正确的是？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没有调性的音乐，20世纪初出现，十二个半音平等、否定调中心；代表作有《钢琴曲三首》《五首管弦乐曲》《月迷皮埃罗》（书第183页）。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有调性的音乐，存在中心音，各音对主音有倾向性（书第183页）。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调性音乐即有调性的音乐，调中各音对主音有倾向性，总存在一个中心音，和弦构成与曲调进行围绕该中心音；无调性音乐即没有调性的音乐，出现于20世纪初，取消各音之间的音级功能差别，打破传统大小调体系束缚，八度中十二个半音处于平等地位，既不与某调性中心相关、也不依附某主音，避免并否定调中心存在（书第183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勋伯格《五首管弦乐曲》第一首，作于1909年；速度很快，表明无调性适于表现恐怖、焦急情绪；基本主题是上行旋律线条，以各种方式反复；使用乐器非常规演奏法（长号刺耳声、加弱音器圆号）制造对比（书第182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解析：有调性的音乐，存在中心音，各音对主音有倾向性（书第183页）。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下列关于「《预兆》（Omen）」的表述，正确的是？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没有调性的音乐，20世纪初出现，十二个半音平等、否定调中心；代表作有《钢琴曲三首》《五首管弦乐曲》《月迷皮埃罗》（书第183页）。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勋伯格《五首管弦乐曲》第一首，作于1909年；速度很快，表明无调性适于表现恐怖、焦急情绪；基本主题是上行旋律线条，以各种方式反复；使用乐器非常规演奏法（长号刺耳声、加弱音器圆号）制造对比（书第182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勋伯格1909年作，标题为《预兆》《往事》《湖边晨景：色彩》《突变》《带伴奏的宣叙调》（书第182页）。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主题展开变化手法，以原主题最后一音为起音，按逆行方向将各音按原音高和节奏模仿至原起音为止（书第184页）。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勋伯格《五首管弦乐曲》第一首，作于1909年；速度很快，表明无调性适于表现恐怖、焦急情绪；基本主题是上行旋律线条，以各种方式反复；使用乐器非常规演奏法（长号刺耳声、加弱音器圆号）制造对比（书第182页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下列关于「调性音乐与无调性音乐」的表述，正确的是？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有调性的音乐，存在中心音，各音对主音有倾向性（书第183页）。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主题展开变化手法，以原主题最后一音为起音，按逆行方向将各音按原音高和节奏模仿至原起音为止（书第184页）。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调性音乐即有调性的音乐，调中各音对主音有倾向性，总存在一个中心音，和弦构成与曲调进行围绕该中心音；无调性音乐即没有调性的音乐，出现于20世纪初，取消各音之间的音级功能差别，打破传统大小调体系束缚，八度中十二个半音处于平等地位，既不与某调性中心相关、也不依附某主音，避免并否定调中心存在（书第183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勋伯格1909年作，标题为《预兆》《往事》《湖边晨景：色彩》《突变》《带伴奏的宣叙调》（书第182页）。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调性音乐即有调性的音乐，调中各音对主音有倾向性，总存在一个中心音，和弦构成与曲调进行围绕该中心音；无调性音乐即没有调性的音乐，出现于20世纪初，取消各音之间的音级功能差别，打破传统大小调体系束缚，八度中十二个半音处于平等地位，既不与某调性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