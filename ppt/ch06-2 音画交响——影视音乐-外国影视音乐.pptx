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第06单元　音画交响——影视音乐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外国影视音乐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影视音乐与画面同步，功能在"暗示情绪、烘托气氛、揭示意义、强化刺激"。鉴赏时把音乐放回"剧情/场景"中，看它如何使影像获得动力与连续感。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影视音乐的功能：与情节、场景紧密相连，以表现心情或烘托气氛为主；与影像同步，使影片具动力和连续感，暗示情绪、气氛、角色和戏剧情节（书第7…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影视音乐的分类：按作用分主题曲、插曲、主题音乐、场景音乐、背景音乐（书第79页）。 - When to use: 给一首影视曲定性。 -…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无声/有声电影时代：1895电影诞生，无声片靠钢琴即兴伴奏；1926 Vitaphone 技术使音画同步，《爵士歌手》(1927) 引有声片…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影视音乐：与屏幕影像同步呈现的音乐，能暗示情绪气氛角色情节，使场景意义明晰、强化视听刺激（书第79页）。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无声电影时代：1895年卢米埃尔放映短片的钢琴即兴伴奏贯穿始终，古典/改编/新创音乐并用（书第76页）。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有声电影时代：1926华纳 Vitaphone 使留声机音乐与胶片同步；1927《爵士歌手》同步对白造成轰动，30年代好莱坞黄金时代，…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主题曲/插曲/主题音乐/场景音乐/背景音乐：影视音乐按作用的五类分法（书第79页）。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奥斯卡最佳原创音乐：学院奖设此奖，我国苏聪、谭盾曾获（书第78页，相关链接）。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把影视音乐当纯听赏曲：它服务于画面，忽略剧情（《怀念战友》的战友离别背景）会误读情感指向。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混淆主题曲与插曲功能：主题曲统摄全片基调，插曲点染局部情绪；功能错位会错估其在片中的地位。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忽略技术史语境：不知"无声片靠现场伴奏"就难理解为何后来原创配乐成为必需。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星球大战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电影《星球大战》主题曲，约翰·威廉姆斯曲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交响，铜管号角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艾米莉的华尔兹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电影《天使艾米莉》片尾曲，扬·提尔森曲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手风琴+华尔兹变奏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影视音乐与画面同步，功能在"暗示情绪、烘托气氛、揭示意义、强化刺激"。鉴赏时把音乐放回"剧情/场景"中，看它如何使影像获得动力与连续感。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辨明「影视音乐」的含义与听辨方法。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区分「影视音乐」与「无声电影时代」的边界，避免混淆。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【对比】对比《怀念战友》与《艾米莉的华尔兹》：并置聆听，引导学生聚焦「影视音乐」听辨二者处理的不同，体会同一母题如何因要素差异而生出不同音乐性格。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【类合】类合：将《怀念战友》《大宅门》《百鸟朝凤》并听，归纳它们在「影视音乐」上的共同表达，形成对这类音乐的概括性认识。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【区分】区分：暂时悬置其他要素，单点聚焦「影视音乐」，让学生只听这一层，建立清晰辨知后再放回整体。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【融合】融合：设计聆听任务，让学生同时关照「影视音乐」与情感内涵（如边听边标情绪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下列关于「无声/有声电影时代」的表述，正确的是？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学院奖设此奖，我国苏聪、谭盾曾获（书第78页，相关链接）。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与情节、场景紧密相连，以表现心情或烘托气氛为主；与影像同步，使影片具动力和连续感，暗示情绪、气氛、角色和戏剧情节（书第79页）。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1895电影诞生，无声片靠钢琴即兴伴奏；1926 Vitaphone 技术使音画同步，《爵士歌手》(1927) 引有声片革命（书第76页）。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影视音乐按作用的五类分法（书第79页）。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解析：1895电影诞生，无声片靠钢琴即兴伴奏；1926 Vitaphone 技术使音画同步，《爵士歌手》(1927) 引有声片革命（书第76页）。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下列关于「影视音乐的功能」的表述，正确的是？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与屏幕影像同步呈现的音乐，能暗示情绪气氛角色情节，使场景意义明晰、强化视听刺激（书第79页）。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1926华纳 Vitaphone 使留声机音乐与胶片同步；1927《爵士歌手》同步对白造成轰动，30年代好莱坞黄金时代，电影音乐成重要组成（书第76页）。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1895电影诞生，无声片靠钢琴即兴伴奏；1926 Vitaphone 技术使音画同步，《爵士歌手》(1927) 引有声片革命（书第76页）。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与情节、场景紧密相连，以表现心情或烘托气氛为主；与影像同步，使影片具动力和连续感，暗示情绪、气氛、角色和戏剧情节（书第79页）。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解析：与情节、场景紧密相连，以表现心情或烘托气氛为主；与影像同步，使影片具动力和连续感，暗示情绪、气氛、角色和戏剧情节（书第79页）。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下列关于「主题曲/插曲/主题音乐/场景音乐/背景音乐」的表述，正确的是？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学院奖设此奖，我国苏聪、谭盾曾获（书第78页，相关链接）。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1895电影诞生，无声片靠钢琴即兴伴奏；1926 Vitaphone 技术使音画同步，《爵士歌手》(1927) 引有声片革命（书第76页）。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影视音乐按作用的五类分法（书第79页）。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与屏幕影像同步呈现的音乐，能暗示情绪气氛角色情节，使场景意义明晰、强化视听刺激（书第79页）。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解析：影视音乐按作用的五类分法（书第79页）。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《大宅门》的作曲/来源是？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电影《百鸟朝凤》配乐，张大龙曲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电影《星球大战》主题曲，约翰·威廉姆斯曲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电影《天使艾米莉》片尾曲，扬·提尔森曲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电视剧《大宅门》主题歌，赵季平曲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解析：《大宅门》— 电视剧《大宅门》主题歌，赵季平曲，体裁：京韵，散慢中快散+急急风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