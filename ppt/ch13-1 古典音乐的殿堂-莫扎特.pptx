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第13单元　古典音乐的殿堂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莫扎特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维也纳古典乐派以海顿、莫扎特、贝多芬为代表，追求结构均衡、清晰与崇高；鉴赏时要掌握"奏鸣曲式（呈示—展开—再现）"这一核心曲式，并理解贝多芬如何以"对比—发展—统一"的戏剧性成为浪漫主义的先行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奏鸣曲、奏鸣曲式与交响曲：奏鸣曲是由三个或四个相互对比的乐章组成的器乐套曲；奏鸣曲式是18世纪下半叶以来大型器乐最常见的曲式，总用快板写，分呈示部…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奏鸣曲：由三个或四个相互对比的乐章组成的器乐套曲；典型：一乐章快板奏鸣曲式，二乐章慢速，三乐章小步舞曲/谐谑曲，四乐章快速（书第…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奏鸣曲式：乐曲结构形式之一，分呈示部、展开部、再现部（加尾声）；"对比—发展—统一"适合表现复杂戏剧性内容（书第153页）。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交响曲：按奏鸣曲式原则创作的管弦乐套曲，结构宏大、内容深刻富于戏剧性、写法复杂音色对比鲜明（书第153页）。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莫扎特（Wolfgang Amadeus Mozart, 1756—1791）：奥地利作曲家，维也纳古典乐派代表；创作覆盖歌剧、交响曲、协奏曲、室内乐等；代表作歌剧《费加罗的婚礼》《魔笛》《唐璜》，交…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贝多芬（Ludwig van Beethoven, 1770—1827）：德国作曲家，古典乐派代表；代表作第三"英雄"、第五"命运"、第六"田园"、第九"合唱"交响曲，32首钢琴奏鸣曲等（书第1…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《费加罗的婚礼》序曲：莫扎特1786年歌剧代表作，序曲由省略了展开部的奏鸣曲式写成，体现欢快、辉煌、充满生机的风格（书第150页）。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以为奏鸣曲=奏鸣曲式：奏鸣曲是"多乐章套曲"，奏鸣曲式是"一种曲式"；奏鸣曲的第一乐章常用奏鸣曲式，但二者不是同一概念。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把贝多芬当纯古典主义：教材指出贝多芬"创造性地发展了古典主义，成了浪漫主义音乐的先行者"，其矛盾冲突、英雄性已开启浪漫精神，勿仅以"均衡"概括。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忽略《第九》的人声创新：第四乐章创造性加入合唱/独唱是里程碑，不能只当纯器乐交响曲听。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费加罗的婚礼序曲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[奥]莫扎特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歌剧序曲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维也纳古典乐派以海顿、莫扎特、贝多芬为代表，追求结构均衡、清晰与崇高；鉴赏时要掌握"奏鸣曲式（呈示—展开—再现）"这一核心曲式，并理解贝多芬如何以"对比—发展—统一"的戏剧性成为浪漫主义的先行者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辨明「奏鸣曲」的含义与听辨方法。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区分「奏鸣曲」与「奏鸣曲式」的边界，避免混淆。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【对比】对比《费加罗的婚礼序曲》与《第九"合唱"交响曲（第四乐章）》：并置聆听，引导学生聚焦「奏鸣曲」听辨二者处理的不同，体会同一母题如何因要素差异而生出不同音乐性格。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【类合】类合：将《费加罗的婚礼序曲》《第九"合唱"交响曲（第四乐章）》并听，归纳它们在「奏鸣曲」上的共同表达，形成对这类音乐的概括性认识。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【区分】区分：暂时悬置其他要素，单点聚焦「奏鸣曲」，让学生只听这一层，建立清晰辨知后再放回整体。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【融合】融合：设计聆听任务，让学生同时关照「奏鸣曲」与情感内涵（如边听边标情绪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下列关于「奏鸣曲式」的表述，正确的是？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由三个或四个相互对比的乐章组成的器乐套曲；典型：一乐章快板奏鸣曲式，二乐章慢速，三乐章小步舞曲/谐谑曲，四乐章快速（书第153页）。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贝多芬1823年晚期高峰，以席勒《欢乐颂》为词创造性地用人声合唱/独唱；前三个乐章主题在第四乐章依次出现，终以全人类团结友爱的欢呼声结束（书第151—152页）。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乐曲结构形式之一，分呈示部、展开部、再现部（加尾声）；"对比—发展—统一"适合表现复杂戏剧性内容（书第153页）。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按奏鸣曲式原则创作的管弦乐套曲，结构宏大、内容深刻富于戏剧性、写法复杂音色对比鲜明（书第153页）。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解析：乐曲结构形式之一，分呈示部、展开部、再现部（加尾声）；"对比—发展—统一"适合表现复杂戏剧性内容（书第153页）。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下列关于「《费加罗的婚礼》序曲」的表述，正确的是？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由三个或四个相互对比的乐章组成的器乐套曲；典型：一乐章快板奏鸣曲式，二乐章慢速，三乐章小步舞曲/谐谑曲，四乐章快速（书第153页）。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莫扎特1786年歌剧代表作，序曲由省略了展开部的奏鸣曲式写成，体现欢快、辉煌、充满生机的风格（书第150页）。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德国作曲家，古典乐派代表；代表作第三"英雄"、第五"命运"、第六"田园"、第九"合唱"交响曲，32首钢琴奏鸣曲等（书第152页）。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按奏鸣曲式原则创作的管弦乐套曲，结构宏大、内容深刻富于戏剧性、写法复杂音色对比鲜明（书第153页）。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解析：莫扎特1786年歌剧代表作，序曲由省略了展开部的奏鸣曲式写成，体现欢快、辉煌、充满生机的风格（书第150页）。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下列关于「莫扎特（Wolfgang Amadeus Mozart, 1756—1791）」的表述，正确的是？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奥地利作曲家，维也纳古典乐派代表；创作覆盖歌剧、交响曲、协奏曲、室内乐等；代表作歌剧《费加罗的婚礼》《魔笛》《唐璜》，交响曲《g小调第四十》《C大调第四十一"朱庇特"》（书第150页）。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按奏鸣曲式原则创作的管弦乐套曲，结构宏大、内容深刻富于戏剧性、写法复杂音色对比鲜明（书第153页）。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奏鸣曲是由三个或四个相互对比的乐章组成的器乐套曲；奏鸣曲式是18世纪下半叶以来大型器乐最常见的曲式，总用快板写，分呈示部、展开部、再现部——呈示部提出矛盾的、可争论的问题，展开部进行讨论、矛盾斗争，再现部统一认识做初步结论，尾声总结；交响曲是按奏鸣曲式原则创作的管弦乐套曲，结构宏大、富于戏剧性（书第153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贝多芬1823年晚期高峰，以席勒《欢乐颂》为词创造性地用人声合唱/独唱；前三个乐章主题在第四乐章依次出现，终以全人类团结友爱的欢呼声结束（书第151—152页）。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解析：奥地利作曲家，维也纳古典乐派代表；创作覆盖歌剧、交响曲、协奏曲、室内乐等；代表作歌剧《费加罗的婚礼》《魔笛》《唐璜》，交响曲《g小调第四十》《C大调第四十一"朱庇特"》（书第150页）。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