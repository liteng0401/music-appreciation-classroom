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第16单元　色彩斑斓的印象派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德彪西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印象主义音乐以德彪西为代表，追求"瞬间主观印象与朦胧意境"，突破大小调体系、重和声与配器色彩；鉴赏时要像看印象派绘画一样，放弃清晰旋律线条，去听"色彩胜于线条、和声胜于旋律"的缥缈音响。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印象主义音乐与德彪西：19世纪末20世纪初以法国作曲家德彪西为代表的音乐流派；特征：多以自然景物或诗歌绘画为题材，突出瞬间主观印象或感受；音乐…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印象主义音乐：见 Frameworks（书第179页）。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德彪西（Claude Debussy, 1862—1918）：法国作曲家，印象派大师；偏离浪漫主义宏大主题，用模糊旋律线条、缥缈音色、独特和声记录瞬间印象；"色彩胜于线条，和声胜于旋…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《大海》（La Mer）：德彪西1905年完成的总谱与首演；三个乐章《海上——从黎明到中午》《波浪的嬉戏》《风与海的对话》；第一版封面用日本版画《…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《海上——从黎明到中午》：《大海》第一乐章交响素描，本单元作品鉴赏对象（书第178页）。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印象派绘画参照：莫奈《日出·印象》（单元扉页）、塞尚《静物》、葛饰北斋《神奈川冲浪里》——避开分明轮廓、用模糊外廓与细碎笔触表现视觉印象…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用浪漫主义的"宏大情感"标准听印象派：印象派刻意偏离浪漫宏大主题，追求缥缈空幻，按"有没有动人旋律/强烈冲突"评判会误读。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要求印象派"画出真实大海"：德彪西明言创作的是大海的意象而非复制品；曾有评论家抱怨"没听到/看到/感受大海"是误解了其美学。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把"突破大小调"当"无调性"：印象派是扩展和声色彩、模糊调性，仍非勋伯格式的无调性（见ch17），勿混淆。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海上——从黎明到中午（大海第一乐章）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[法]德彪西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交响素描（管弦乐）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印象主义音乐以德彪西为代表，追求"瞬间主观印象与朦胧意境"，突破大小调体系、重和声与配器色彩；鉴赏时要像看印象派绘画一样，放弃清晰旋律线条，去听"色彩胜于线条、和声胜于旋律"的缥缈音响。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辨明「印象主义音乐」的含义与听辨方法。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区分「印象主义音乐」与「德彪西（Claude Debussy, 1862—1918）」的边界，避免混淆。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【对比】对比本单元内最相近的两首作品，聚焦「印象主义音乐」听辨其处理差异。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【类合】类合：将《海上——从黎明到中午（大海第一乐章）》并听，归纳它们在「印象主义音乐」上的共同表达，形成对这类音乐的概括性认识。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【区分】区分：暂时悬置其他要素，单点聚焦「印象主义音乐」，让学生只听这一层，建立清晰辨知后再放回整体。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【融合】融合：设计聆听任务，让学生同时关照「印象主义音乐」与情感内涵（如边听边标情绪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下列关于「《海上——从黎明到中午》」的表述，正确的是？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见 Frameworks（书第179页）。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《大海》第一乐章交响素描，本单元作品鉴赏对象（书第178页）。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19世纪末20世纪初以法国作曲家德彪西为代表的音乐流派；特征：多以自然景物或诗歌绘画为题材，突出瞬间主观印象或感受；音乐语言上突破大小调体系，重视和声、织体和配器的色彩；擅长表现幽静朦胧、飘忽空幻的意境。德彪西综合印象派绘画与象征主义诗歌特征，首创印象主义音乐风格（书第179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莫奈《日出·印象》（单元扉页）、塞尚《静物》、葛饰北斋《神奈川冲浪里》——避开分明轮廓、用模糊外廓与细碎笔触表现视觉印象（书第179、180页）。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解析：《大海》第一乐章交响素描，本单元作品鉴赏对象（书第178页）。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下列关于「印象主义音乐」的表述，正确的是？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见 Frameworks（书第179页）。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《大海》第一乐章交响素描，本单元作品鉴赏对象（书第178页）。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法国作曲家，印象派大师；偏离浪漫主义宏大主题，用模糊旋律线条、缥缈音色、独特和声记录瞬间印象；"色彩胜于线条，和声胜于旋律"（书第179页）。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莫奈《日出·印象》（单元扉页）、塞尚《静物》、葛饰北斋《神奈川冲浪里》——避开分明轮廓、用模糊外廓与细碎笔触表现视觉印象（书第179、180页）。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解析：见 Frameworks（书第179页）。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下列关于「德彪西（Claude Debussy, 1862—1918）」的表述，正确的是？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法国作曲家，印象派大师；偏离浪漫主义宏大主题，用模糊旋律线条、缥缈音色、独特和声记录瞬间印象；"色彩胜于线条，和声胜于旋律"（书第179页）。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德彪西1905年完成的总谱与首演；三个乐章《海上——从黎明到中午》《波浪的嬉戏》《风与海的对话》；第一版封面用日本版画《神奈川冲浪里》（书第179页）。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见 Frameworks（书第179页）。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19世纪末20世纪初以法国作曲家德彪西为代表的音乐流派；特征：多以自然景物或诗歌绘画为题材，突出瞬间主观印象或感受；音乐语言上突破大小调体系，重视和声、织体和配器的色彩；擅长表现幽静朦胧、飘忽空幻的意境。德彪西综合印象派绘画与象征主义诗歌特征，首创印象主义音乐风格（书第179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解析：法国作曲家，印象派大师；偏离浪漫主义宏大主题，用模糊旋律线条、缥缈音色、独特和声记录瞬间印象；"色彩胜于线条，和声胜于旋律"（书第179页）。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下列关于「《大海》（La Mer）」的表述，正确的是？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法国作曲家，印象派大师；偏离浪漫主义宏大主题，用模糊旋律线条、缥缈音色、独特和声记录瞬间印象；"色彩胜于线条，和声胜于旋律"（书第179页）。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见 Frameworks（书第179页）。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《大海》第一乐章交响素描，本单元作品鉴赏对象（书第178页）。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德彪西1905年完成的总谱与首演；三个乐章《海上——从黎明到中午》《波浪的嬉戏》《风与海的对话》；第一版封面用日本版画《神奈川冲浪里》（书第179页）。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解析：德彪西1905年完成的总谱与首演；三个乐章《海上——从黎明到中午》《波浪的嬉戏》《风与海的对话》；第一版封面用日本版画《神奈川冲浪里》（书第179页）。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下列关于「印象派绘画参照」的表述，正确的是？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见 Frameworks（书第179页）。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莫奈《日出·印象》（单元扉页）、塞尚《静物》、葛饰北斋《神奈川冲浪里》——避开分明轮廓、用模糊外廓与细碎笔触表现视觉印象（书第179、180页）。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19世纪末20世纪初以法国作曲家德彪西为代表的音乐流派；特征：多以自然景物或诗歌绘画为题材，突出瞬间主观印象或感受；音乐语言上突破大小调体系，重视和声、织体和配器的色彩；擅长表现幽静朦胧、飘忽空幻的意境。德彪西综合印象派绘画与象征主义诗歌特征，首创印象主义音乐风格（书第179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法国作曲家，印象派大师；偏离浪漫主义宏大主题，用模糊旋律线条、缥缈音色、独特和声记录瞬间印象；"色彩胜于线条，和声胜于旋律"（书第179页）。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解析：莫奈《日出·印象》（单元扉页）、塞尚《静物》、葛饰北斋《神奈川冲浪里》——避开分明轮廓、用模糊外廓与细碎笔触表现视觉印象（书第179、180页）。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下列关于「印象主义音乐与德彪西」的表述，正确的是？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见 Frameworks（书第179页）。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法国作曲家，印象派大师；偏离浪漫主义宏大主题，用模糊旋律线条、缥缈音色、独特和声记录瞬间印象；"色彩胜于线条，和声胜于旋律"（书第179页）。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19世纪末20世纪初以法国作曲家德彪西为代表的音乐流派；特征：多以自然景物或诗歌绘画为题材，突出瞬间主观印象或感受；音乐语言上突破大小调体系，重视和声、织体和配器的色彩；擅长表现幽静朦胧、飘忽空幻的意境。德彪西综合印象派绘画与象征主义诗歌特征，首创印象主义音乐风格（书第179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德彪西1905年完成的总谱与首演；三个乐章《海上——从黎明到中午》《波浪的嬉戏》《风与海的对话》；第一版封面用日本版画《神奈川冲浪里》（书第179页）。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19世纪末20世纪初以法国作曲家德彪西为代表的音乐流派；特征：多以自然景物或诗歌绘画为题材，突出瞬间主观印象或感受；音乐语言上突破大小调体系，重视和声、织体和配器的色彩；擅长表现幽静朦胧、飘忽空幻的意境。德彪西综合印象派绘画与象征主义诗歌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