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不忘初心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不忘初心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序篇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音乐是反映社会生活的审美对象，本篇以四首「主旋律」作品示范「从听觉体验进入音乐鉴赏」：先感受情绪，再追问音乐如何表达、为何动人。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音乐的功能（审美 / 认识教育 / 娱乐）：音乐对于社会具有审美功能，认识、教育功能和娱乐功能（书第6页）。 - When to use: 评价一首作品的社会价值，…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音乐的审美功能：音乐以生动活泼的感性形式，表现高尚的审美理想、审美观念和审美情趣；在给人以美的享受的同时，能提高人的审美能力和审美情趣，…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音乐的认识、教育功能：音乐蕴含丰富的历史的和现实的文化内涵，通过音乐能更深入地认识社会生活；对人的政治思想和道德伦理产生教化作用，激发爱国热情…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音乐的娱乐功能：音乐给人们提供娱乐，丰富精神生活，给人以轻松的美的享受（书第6页）。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高尚健康的音乐 / 格调低下的音乐：高尚、健康的音乐有助于培养有理想、有道德、有文化、有纪律的新人；格调低下、趣味庸俗的音乐可能导致社会精神生活的贫乏、低级…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把序篇四首作品当成普通的"红歌"泛听：它们各自体裁、结构不同（颂歌、电影插曲、单二部歌曲），应分别抓住"宽广颂唱""乡土抒情""比喻抒情"等差异，而非笼统带过。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只听旋律不听歌词与结构：如《我和我的祖国》用"浪花与大海"的比喻和单二部曲式推进情感，忽略歌词比喻与曲式就丢掉了教材的鉴赏重点。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不忘初心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朱海词、舒楠曲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歌曲（1=G，4/4，中速深情）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祖国颂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乔羽词、刘炽曲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纪录片《祖国颂》主题歌，混声四部合唱（单乐章颂歌）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谁不说俺家乡好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吕其明、杨庶正、肖培珩词曲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电影《红日》插曲（一段体，起承转合）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我和我的祖国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张藜词、秦咏诚曲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歌曲（1=♭E，6/8，单二部曲式）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音乐是反映社会生活的审美对象，本篇以四首「主旋律」作品示范「从听觉体验进入音乐鉴赏」：先感受情绪，再追问音乐如何表达、为何动人。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辨明「音乐的审美功能」的含义与听辨方法。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区分「音乐的审美功能」与「音乐的认识、教育功能」的边界，避免混淆。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【对比】对比《不忘初心》与《我和我的祖国》：并置聆听，引导学生聚焦「音乐的审美功能」听辨二者处理的不同，体会同一母题如何因要素差异而生出不同音乐性格。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【类合】类合：将《不忘初心》《祖国颂》《谁不说俺家乡好》并听，归纳它们在「音乐的审美功能」上的共同表达，形成对这类音乐的概括性认识。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【区分】区分：暂时悬置其他要素，单点聚焦「音乐的审美功能」，让学生只听这一层，建立清晰辨知后再放回整体。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【融合】融合：设计聆听任务，让学生同时关照「音乐的审美功能」与情感内涵（如边听边标情绪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下列关于「音乐的审美功能」的表述，正确的是？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音乐以生动活泼的感性形式，表现高尚的审美理想、审美观念和审美情趣；在给人以美的享受的同时，能提高人的审美能力和审美情趣，净化心灵、陶冶情操（书第6页）。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高尚、健康的音乐有助于培养有理想、有道德、有文化、有纪律的新人；格调低下、趣味庸俗的音乐可能导致社会精神生活的贫乏、低级（书第6页）。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音乐给人们提供娱乐，丰富精神生活，给人以轻松的美的享受（书第6页）。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音乐对于社会具有审美功能，认识、教育功能和娱乐功能（书第6页）。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解析：音乐以生动活泼的感性形式，表现高尚的审美理想、审美观念和审美情趣；在给人以美的享受的同时，能提高人的审美能力和审美情趣，净化心灵、陶冶情操（书第6页）。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下列关于「音乐的功能（审美 / 认识教育 / 娱乐）」的表述，正确的是？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高尚、健康的音乐有助于培养有理想、有道德、有文化、有纪律的新人；格调低下、趣味庸俗的音乐可能导致社会精神生活的贫乏、低级（书第6页）。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音乐对于社会具有审美功能，认识、教育功能和娱乐功能（书第6页）。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音乐以生动活泼的感性形式，表现高尚的审美理想、审美观念和审美情趣；在给人以美的享受的同时，能提高人的审美能力和审美情趣，净化心灵、陶冶情操（书第6页）。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音乐蕴含丰富的历史的和现实的文化内涵，通过音乐能更深入地认识社会生活；对人的政治思想和道德伦理产生教化作用，激发爱国热情和奋发向上的精神（书第6页）。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解析：音乐对于社会具有审美功能，认识、教育功能和娱乐功能（书第6页）。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下列关于「音乐的娱乐功能」的表述，正确的是？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音乐以生动活泼的感性形式，表现高尚的审美理想、审美观念和审美情趣；在给人以美的享受的同时，能提高人的审美能力和审美情趣，净化心灵、陶冶情操（书第6页）。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音乐蕴含丰富的历史的和现实的文化内涵，通过音乐能更深入地认识社会生活；对人的政治思想和道德伦理产生教化作用，激发爱国热情和奋发向上的精神（书第6页）。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音乐对于社会具有审美功能，认识、教育功能和娱乐功能（书第6页）。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音乐给人们提供娱乐，丰富精神生活，给人以轻松的美的享受（书第6页）。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解析：音乐给人们提供娱乐，丰富精神生活，给人以轻松的美的享受（书第6页）。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下列关于「音乐的认识、教育功能」的表述，正确的是？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音乐给人们提供娱乐，丰富精神生活，给人以轻松的美的享受（书第6页）。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音乐以生动活泼的感性形式，表现高尚的审美理想、审美观念和审美情趣；在给人以美的享受的同时，能提高人的审美能力和审美情趣，净化心灵、陶冶情操（书第6页）。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音乐蕴含丰富的历史的和现实的文化内涵，通过音乐能更深入地认识社会生活；对人的政治思想和道德伦理产生教化作用，激发爱国热情和奋发向上的精神（书第6页）。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音乐对于社会具有审美功能，认识、教育功能和娱乐功能（书第6页）。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解析：音乐蕴含丰富的历史的和现实的文化内涵，通过音乐能更深入地认识社会生活；对人的政治思想和道德伦理产生教化作用，激发爱国热情和奋发向上的精神（书第6页）。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下列关于「高尚健康的音乐 / 格调低下的音乐」的表述，正确的是？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高尚、健康的音乐有助于培养有理想、有道德、有文化、有纪律的新人；格调低下、趣味庸俗的音乐可能导致社会精神生活的贫乏、低级（书第6页）。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音乐蕴含丰富的历史的和现实的文化内涵，通过音乐能更深入地认识社会生活；对人的政治思想和道德伦理产生教化作用，激发爱国热情和奋发向上的精神（书第6页）。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音乐给人们提供娱乐，丰富精神生活，给人以轻松的美的享受（书第6页）。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音乐以生动活泼的感性形式，表现高尚的审美理想、审美观念和审美情趣；在给人以美的享受的同时，能提高人的审美能力和审美情趣，净化心灵、陶冶情操（书第6页）。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解析：高尚、健康的音乐有助于培养有理想、有道德、有文化、有纪律的新人；格调低下、趣味庸俗的音乐可能导致社会精神生活的贫乏、低级（书第6页）。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《不忘初心》的作曲/来源是？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乔羽词、刘炽曲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吕其明、杨庶正、肖培珩词曲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张藜词、秦咏诚曲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朱海词、舒楠曲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解析：《不忘初心》— 朱海词、舒楠曲，体裁：歌曲（1=G，4/4，中速深情）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《祖国颂》的作曲/来源是？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张藜词、秦咏诚曲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吕其明、杨庶正、肖培珩词曲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乔羽词、刘炽曲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朱海词、舒楠曲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解析：《祖国颂》— 乔羽词、刘炽曲，体裁：纪录片《祖国颂》主题歌，混声四部合唱（单乐章颂歌）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《谁不说俺家乡好》的作曲/来源是？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张藜词、秦咏诚曲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乔羽词、刘炽曲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朱海词、舒楠曲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吕其明、杨庶正、肖培珩词曲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解析：《谁不说俺家乡好》— 吕其明、杨庶正、肖培珩词曲，体裁：电影《红日》插曲（一段体，起承转合）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