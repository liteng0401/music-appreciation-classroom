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第08单元　异域风情——世界民族音乐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亚洲与非洲音乐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051560" cy="1051560"/>
          </a:xfrm>
          <a:prstGeom prst="rect">
            <a:avLst/>
          </a:prstGeom>
        </p:spPr>
      </p:pic>
      <p:pic>
        <p:nvPicPr>
          <p:cNvPr id="6" name="Picture 5" descr="school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0" cy="73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世界民族音乐按文化区鉴赏：亚洲（五/七声音阶、多样乐器）、非洲（节奏为灵魂、鼓与呼应歌）、欧洲（七声、专业艺术音乐发达）、拉丁美洲（印第安+非洲+欧洲融合、歌舞为魂）。抓"音阶/节奏/乐器/歌舞关系"四要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亚洲音乐五文化区：东亚、东南亚、南亚、中亚、西亚；东亚多五声音阶，东南亚多七声+大型敲击乐队，南亚印度多样调式与装饰音，中亚西亚伊斯兰七声…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非洲音乐：节奏具特殊重要性，复杂多变强烈奔放是灵魂；偏爱鼓（可模仿语言），多线条多层次节奏常即兴；最常见呼应歌（一领众和）；绝大多…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欧洲音乐：民族民间音乐是专业创作源泉；七声音阶为主，均分节拍，分节歌结构；特色乐器如风笛、曼陀林、罗马尼亚排箫（书第98页）。 -…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拉丁美洲音乐：旋律多七声、节奏受非洲影响（连续切分），歌舞是灵魂；分印第安人音乐、民间音乐、非洲—美洲音乐三类（书第98页）。 - 何…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亚洲音乐：分东亚、东南亚、南亚、中亚、西亚五文化区（书第94页）。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非洲音乐：节奏是灵魂，鼓可模仿语言、传达信息；呼应歌（领唱+随和）；与舞蹈紧密结合（书第95页）。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欧洲音乐：民族民间音乐为专业创作源泉；七声音阶、均分节拍、分节歌；风笛/曼陀林/排箫等特色乐器（书第98页）。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拉丁美洲音乐：旋律七声基础、节奏受非洲影响（连续切分），歌舞为灵魂；分印第安/民间/非洲—美洲三类（书第98页）。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萨朗吉：印度民间乐器，称"印度的小提琴"，音色柔美抒情、善模仿人声（书第92页）。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风笛：流行欧洲，由气袋+簧管+旋律管+持续音管组成，可持续发音；分苏格兰（粗犷嘹亮）与爱尔兰（柔和抒情）风笛（书第96页，相关…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把非洲音乐当"只有鼓的单纯节奏"：它有复杂多线条节奏、呼应歌、与舞蹈一体、鼓还能模仿语言——远非单一节奏。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混淆苏格兰与爱尔兰风笛：苏格兰粗犷嘹亮适英雄气概，爱尔兰柔和抒情；听《优雅》是苏格兰风笛。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把拉美音乐当纯欧洲或纯印第安：它是"印第安+非洲+欧洲"三元融合，忽略任一元都会误读（《告别》安第斯印第安为底，但节奏带非洲痕迹）。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欢迎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欢迎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萨朗吉（"印度小提琴"）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鼓舞（片段）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鼓舞（片段）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圣鼓，鼓乐舞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世界民族音乐按文化区鉴赏：亚洲（五/七声音阶、多样乐器）、非洲（节奏为灵魂、鼓与呼应歌）、欧洲（七声、专业艺术音乐发达）、拉丁美洲（印第安+非洲+欧洲融合、歌舞为魂）。抓"音阶/节奏/乐器/歌舞关系"四要素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辨明「亚洲音乐」的含义与听辨方法。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区分「亚洲音乐」与「非洲音乐」的边界，避免混淆。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【对比】对比《欢迎》与《告别》：并置聆听，引导学生聚焦「亚洲音乐」听辨二者处理的不同，体会同一母题如何因要素差异而生出不同音乐性格。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【类合】类合：将《欢迎》《鼓舞（片段）》《优雅》并听，归纳它们在「亚洲音乐」上的共同表达，形成对这类音乐的概括性认识。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【区分】区分：暂时悬置其他要素，单点聚焦「亚洲音乐」，让学生只听这一层，建立清晰辨知后再放回整体。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【融合】融合：设计聆听任务，让学生同时关照「亚洲音乐」与情感内涵（如边听边标情绪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下列关于「欧洲音乐」的表述，正确的是？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民族民间音乐是专业创作源泉；七声音阶为主，均分节拍，分节歌结构；特色乐器如风笛、曼陀林、罗马尼亚排箫（书第98页）。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东亚、东南亚、南亚、中亚、西亚；东亚多五声音阶，东南亚多七声+大型敲击乐队，南亚印度多样调式与装饰音，中亚西亚伊斯兰七声（书第94页）。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节奏具特殊重要性，复杂多变强烈奔放是灵魂；偏爱鼓（可模仿语言），多线条多层次节奏常即兴；最常见呼应歌（一领众和）；绝大多数与舞蹈结合（书第95页）。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旋律多七声、节奏受非洲影响（连续切分），歌舞是灵魂；分印第安人音乐、民间音乐、非洲—美洲音乐三类（书第98页）。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解析：民族民间音乐是专业创作源泉；七声音阶为主，均分节拍，分节歌结构；特色乐器如风笛、曼陀林、罗马尼亚排箫（书第98页）。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下列关于「欧洲音乐」的表述，正确的是？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民族民间音乐为专业创作源泉；七声音阶、均分节拍、分节歌；风笛/曼陀林/排箫等特色乐器（书第98页）。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象征王权与种族延续，特定场合表演，首席鼓手领众鼓手击出洪亮震撼鼓声（书第93页）。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印度民间乐器，称"印度的小提琴"，音色柔美抒情、善模仿人声（书第92页）。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分东亚、东南亚、南亚、中亚、西亚五文化区（书第94页）。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解析：民族民间音乐为专业创作源泉；七声音阶、均分节拍、分节歌；风笛/曼陀林/排箫等特色乐器（书第98页）。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下列关于「非洲音乐」的表述，正确的是？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民族民间音乐是专业创作源泉；七声音阶为主，均分节拍，分节歌结构；特色乐器如风笛、曼陀林、罗马尼亚排箫（书第98页）。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民族民间音乐为专业创作源泉；七声音阶、均分节拍、分节歌；风笛/曼陀林/排箫等特色乐器（书第98页）。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流行欧洲，由气袋+簧管+旋律管+持续音管组成，可持续发音；分苏格兰（粗犷嘹亮）与爱尔兰（柔和抒情）风笛（书第96页，相关链接）。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节奏具特殊重要性，复杂多变强烈奔放是灵魂；偏爱鼓（可模仿语言），多线条多层次节奏常即兴；最常见呼应歌（一领众和）；绝大多数与舞蹈结合（书第95页）。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解析：节奏具特殊重要性，复杂多变强烈奔放是灵魂；偏爱鼓（可模仿语言），多线条多层次节奏常即兴；最常见呼应歌（一领众和）；绝大多数与舞蹈结合（书第95页）。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《欢迎》的作曲/来源是？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印度（南亚）民间乐曲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布隆迪（非洲）圣鼓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苏格兰（欧洲）民间乐曲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秘鲁（拉美）安第斯民间乐曲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解析：《欢迎》— 印度（南亚）民间乐曲，体裁：萨朗吉（"印度小提琴"）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《优雅》的作曲/来源是？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苏格兰（欧洲）民间乐曲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秘鲁（拉美）安第斯民间乐曲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布隆迪（非洲）圣鼓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印度（南亚）民间乐曲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解析：《优雅》— 苏格兰（欧洲）民间乐曲，体裁：风笛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