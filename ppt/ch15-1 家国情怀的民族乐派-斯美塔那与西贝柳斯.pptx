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第15单元　家国情怀的民族乐派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斯美塔那与西贝柳斯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19世纪中叶东欧北欧民族乐派以本民族历史、山河与民间音乐为题材，抒发爱国主义；鉴赏时要抓住"交响诗（单乐章标题管弦乐）"这一核心体裁，并把作曲家与其民族对应起来（捷克、芬兰、俄罗斯等）。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民族乐派：19世纪中叶，东欧和北欧民族、民主运动高涨，一批作曲家以反映本民族历史和人民生活为题材，具强烈爱国主义与深厚民族感情，大…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交响诗：按照文学、绘画、历史故事和民间传说等构思作成的大型管弦乐曲，是标题音乐主要体裁之一；通常多采用单乐章的曲式，结构较自由；…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强力集团（俄罗斯五人团）：19世纪中期以巴拉基列夫为首的作曲家小组，成员为巴拉基列夫、鲍罗丁、居伊、穆索尔斯基、里姆斯基-科萨科夫；主张用俄罗斯民…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民族乐派：见 Frameworks（书第169页）。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交响诗：见 Frameworks（书第169页）。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强力集团：以巴拉基列夫为首的俄罗斯五人作曲家小组（书第174页）。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斯美塔那（Bedřich Smetana, 1824—1884）：捷克民族乐派代表，《我的祖国》第二首《沃尔塔瓦河》最知名（书第167页）。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西贝柳斯（Jean Sibelius, 1865—1957）：芬兰民族乐派代表，《芬兰颂》成芬兰民族精神象征（书第168页）。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格林卡（Mikhail Glinka, 1804—1857）：俄罗斯民族乐派奠基人，称"俄罗斯民族乐派之父"；《卡玛林斯卡亚幻想曲》树立运用民间素材交响化自由变奏的典范（书第171页…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把民族乐派当"地方色彩装饰"：其本质是摆脱外国文化统治、建立本民族近代文化的自觉，具强烈爱国情怀，非表面"加点民谣"。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混淆民族乐派与浪漫主义：二者重叠（都用标题/民歌），但民族乐派更强调民族解放与民间素材的系统性运用，须区分侧重点。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把"强力集团"当专业学院派：五人中仅巴拉基列夫是专业作曲家，余为业余，却共同主张俄罗斯风格，勿以"业余"低估其历史地位。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捷克的原野和森林（我的祖国第四乐章）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[捷]斯美塔那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芬兰颂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[芬]西贝柳斯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19世纪中叶东欧北欧民族乐派以本民族历史、山河与民间音乐为题材，抒发爱国主义；鉴赏时要抓住"交响诗（单乐章标题管弦乐）"这一核心体裁，并把作曲家与其民族对应起来（捷克、芬兰、俄罗斯等）。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辨明「民族乐派」的含义与听辨方法。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区分「民族乐派」与「交响诗」的边界，避免混淆。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【对比】对比《捷克的原野和森林（我的祖国第四乐章）》与《荒山之夜》：并置聆听，引导学生聚焦「民族乐派」听辨二者处理的不同，体会同一母题如何因要素差异而生出不同音乐性格。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【类合】类合：将《捷克的原野和森林（我的祖国第四乐章）》《芬兰颂》《卡玛林斯卡亚幻想曲》并听，归纳它们在「民族乐派」上的共同表达，形成对这类音乐的概括性认识。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【区分】区分：暂时悬置其他要素，单点聚焦「民族乐派」，让学生只听这一层，建立清晰辨知后再放回整体。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【融合】融合：设计聆听任务，让学生同时关照「民族乐派」与情感内涵（如边听边标情绪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下列关于「西贝柳斯（Jean Sibelius, 1865—1957）」的表述，正确的是？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芬兰民族乐派代表，《芬兰颂》成芬兰民族精神象征（书第168页）。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捷克民族乐派代表，《我的祖国》第二首《沃尔塔瓦河》最知名（书第167页）。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西贝柳斯1899年交响诗，芬兰民族解放斗争象征（书第168页）。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斯美塔那《我的祖国》第四乐章交响诗，赞颂捷克山河（书第166页）。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解析：芬兰民族乐派代表，《芬兰颂》成芬兰民族精神象征（书第168页）。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下列关于「《卡玛林斯卡亚幻想曲》」的表述，正确的是？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格林卡1848年管弦乐，以两首俄罗斯民歌作双主题变奏曲（书第170页）。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以巴拉基列夫为首的俄罗斯五人作曲家小组（书第174页）。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见 Frameworks（书第169页）。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19世纪中叶，东欧和北欧民族、民主运动高涨，一批作曲家以反映本民族历史和人民生活为题材，具强烈爱国主义与深厚民族感情，大量运用民族民间音乐素材，风格鲜明；代表有波兰莫纽什科、匈牙利埃尔凯尔、捷克斯美塔那与德沃夏克、挪威格里格、芬兰西贝柳斯、俄罗斯格林卡与"强力集团"等（书第169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解析：格林卡1848年管弦乐，以两首俄罗斯民歌作双主题变奏曲（书第170页）。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下列关于「穆索尔斯基（Modest Mussorgsky, 1839—1881）」的表述，正确的是？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"强力集团"成员；代表作管弦乐《荒山之夜》、钢琴组曲《图画展览会》、歌剧《鲍里斯·戈都诺夫》（书第173页）。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格林卡1848年管弦乐，以两首俄罗斯民歌作双主题变奏曲（书第170页）。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见 Frameworks（书第169页）。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芬兰民族乐派代表，《芬兰颂》成芬兰民族精神象征（书第168页）。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解析："强力集团"成员；代表作管弦乐《荒山之夜》、钢琴组曲《图画展览会》、歌剧《鲍里斯·戈都诺夫》（书第173页）。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