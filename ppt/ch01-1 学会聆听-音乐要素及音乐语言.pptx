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638A"/>
                </a:solidFill>
                <a:latin typeface="Microsoft YaHei"/>
              </a:rPr>
              <a:t>第01单元　学会聆听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23303A"/>
                </a:solidFill>
                <a:latin typeface="Microsoft YaHei"/>
              </a:rPr>
              <a:t>第1节　音乐要素及音乐语言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6B7780"/>
                </a:solidFill>
                <a:latin typeface="Microsoft YaHei"/>
              </a:rPr>
              <a:t>河北峰峰第一中学 · 音乐鉴赏（人音版必修 2019）· 上篇</a:t>
            </a:r>
          </a:p>
        </p:txBody>
      </p:sp>
      <p:pic>
        <p:nvPicPr>
          <p:cNvPr id="5" name="Picture 4" descr="sch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1051560" cy="1051560"/>
          </a:xfrm>
          <a:prstGeom prst="rect">
            <a:avLst/>
          </a:prstGeom>
        </p:spPr>
      </p:pic>
      <p:pic>
        <p:nvPicPr>
          <p:cNvPr id="6" name="Picture 5" descr="school-n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97680"/>
            <a:ext cx="2743200" cy="7397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学习目标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本课要带学生走到哪里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3303A"/>
                </a:solidFill>
                <a:latin typeface="Microsoft YaHei"/>
              </a:rPr>
              <a:t>• 鉴赏音乐的两把钥匙：①用"音乐要素及音乐语言"拆解作品如何组织声音；②用"音乐情感及情绪"理解作品表达什么、为何动人。先会"听要素"，再能"读情绪"。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核心框架 / 概念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鉴赏的工具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音乐语言：是凭借音乐的形式要素来表现人类情感的艺术手段（书第10页）。 - 何时使用： 解释"同样的音为什么能表情达意"时。 - 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音乐要素（形式要素）：由声音的高低、长短、强弱、音色互相结合形成，如节奏、节拍、力度、速度、旋律、调式、音阶、和声、曲式、织体、音色等（书第1…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音乐情绪 vs 音乐情感：情绪具情景性、暂时性，可用表情术语形容；情感更稳定、深刻、宽泛，是审美的重要内涵（书第15页）。 - 何时使用： 区分"…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节奏：是指音乐运动中音的长短和强弱（书第10页）。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节拍：有重音的和无重音的相同时间片断，按照一定次序循环重复，叫作节拍；节拍是用强弱关系来组织音乐的（书第10页）。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力度：音乐中音量的强弱程度（书第10页）。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速度：音乐进行中节拍的快慢程度（书第10页）。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旋律：也称作曲调；高低起伏的乐音按一定的节奏有秩序地横向组织起来就形成旋律（书第10页）。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调式：音乐中使用的音按一定的关系连接起来，以一个音（主音）为中心构成一个体系，就叫调式；如大调式、小调式、五声调式等（书第10…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易错提醒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学生最容易踩的坑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把"号子"当"山歌"：号子与劳动结合、节奏规整、一领众和；山歌自由舒展、旋律高亢（本单元尚未讲民歌，但听《一杯美酒》等时要注意"节奏自由/规整"的区别，详见 ch02）。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把音乐情绪等同于音乐情感：情绪是暂时的情景反应（欢快），情感是深层共鸣（爱国、思乡）；只标情绪会漏掉鉴赏的"审美内涵"层。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只记名词不对照音响：节奏/织体等定义须结合具体作品听，否则只是背术语。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作品鉴赏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本课曲目与聆听要点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57200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曲名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作者 / 来源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体裁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一杯美酒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维吾尔族民歌，艾克拜尔·吾拉木译配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民歌（1=A，2/4，中速热情）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轻骑兵序曲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〔奥〕苏佩曲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歌剧序曲（A庄严/B快板/C小快板）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审辨焦点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先让学生‘看出来’什么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鉴赏音乐的两把钥匙：①用"音乐要素及音乐语言"拆解作品如何组织声音；②用"音乐情感及情绪"理解作品表达什么、为何动人。先会"听要素"，再能"读情绪"。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辨明「节奏」的含义与听辨方法。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区分「节奏」与「节拍」的边界，避免混淆。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四变易图式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对比 / 类合 / 区分 / 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【对比】对比《一杯美酒》与《流浪者之歌》：并置聆听，引导学生聚焦「节奏」听辨二者处理的不同，体会同一母题如何因要素差异而生出不同音乐性格。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【类合】类合：将《一杯美酒》《轻骑兵序曲》《祝酒歌》并听，归纳它们在「节奏」上的共同表达，形成对这类音乐的概括性认识。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【区分】区分：暂时悬置其他要素，单点聚焦「节奏」，让学生只听这一层，建立清晰辨知后再放回整体。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【融合】融合：设计聆听任务，让学生同时关照「节奏」与情感内涵（如边听边标情绪 / 写联想），在综合中深化理解。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下列关于「音乐情感」的表述，正确的是？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调式中的各音，从主音开始自低到高或自高到低排列起来即构成音阶（书第10页）。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是指音乐运动中音的长短和强弱（书第10页）。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C. 较之情绪更为深刻与宽泛；音乐是情感艺术，情感体验是音乐审美的重要内涵（书第15页）。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音乐中使用的音按一定的关系连接起来，以一个音（主音）为中心构成一个体系，就叫调式；如大调式、小调式、五声调式等（书第10页）。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解析：较之情绪更为深刻与宽泛；音乐是情感艺术，情感体验是音乐审美的重要内涵（书第15页）。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下列关于「和声」的表述，正确的是？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A. 两个以上不同的音按一定的法则同时发声而构成的音响组合（书第10页）。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情绪具情景性、暂时性，可用表情术语形容；情感更稳定、深刻、宽泛，是审美的重要内涵（书第15页）。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音乐材料的排列形式，也就是音乐作品的结构布局（书第10页）。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音乐进行中节拍的快慢程度（书第10页）。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解析：两个以上不同的音按一定的法则同时发声而构成的音响组合（书第10页）。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下列关于「速度」的表述，正确的是？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A. 音乐进行中节拍的快慢程度（书第10页）。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有重音的和无重音的相同时间片断，按照一定次序循环重复，叫作节拍；节拍是用强弱关系来组织音乐的（书第10页）。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也称作曲调；高低起伏的乐音按一定的节奏有秩序地横向组织起来就形成旋律（书第10页）。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音乐中音量的强弱程度（书第10页）。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解析：音乐进行中节拍的快慢程度（书第10页）。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《一杯美酒》的作曲/来源是？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A. 维吾尔族民歌，艾克拜尔·吾拉木译配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〔捷〕海杜克词、德沃夏克曲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韩伟词、施光南曲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赵季平曲（交响组曲《乔家大院》第二乐章）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解析：《一杯美酒》— 维吾尔族民歌，艾克拜尔·吾拉木译配，体裁：民歌（1=A，2/4，中速热情）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《祝酒歌》的作曲/来源是？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〔西〕萨拉萨蒂曲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韩伟词、施光南曲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〔奥〕苏佩曲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维吾尔族民歌，艾克拜尔·吾拉木译配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解析：《祝酒歌》— 韩伟词、施光南曲，体裁：歌曲（带再现复二部曲式）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判断：「mistake」是鉴赏时的正确做法。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正确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错误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解析：why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配套资源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与网页电子课本联动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打开 index.html：本单元重点知识讲解 + 即时判分练习 + 术语速查。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右下角 📝 便签：上课随手记校本补充，仅存本机浏览器。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校徽与校名已置入页面，投影即见学校标识。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