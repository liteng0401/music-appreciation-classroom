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第10单元　新音乐初放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人民音乐家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中国近代新音乐从"学堂乐歌"的填词启蒙起步，到聂耳、冼星海以群众歌曲与大型合唱塑造民族魂；鉴赏时要抓住"旧曲填词/新创—时代主题—民族风格"的线索，尤其精读《黄河大合唱》八乐章的戏剧性结构。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学堂乐歌（填词歌曲传统）：清末民初新学堂唱歌课中教唱的歌曲，多数是在现成曲调上填新词（少数为创作歌曲），内容多为富国强兵、抵御外侮等题材。 - W…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大型声乐套曲（合唱套曲）：由若干对比乐章组成、围绕统一主题的大型声乐作品，如《黄河大合唱》以黄河为背景展开史诗性叙事。 - When to use…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学堂乐歌：清末民初新学堂唱歌课中教唱的歌曲，是中国近代民主主义音乐文化发展最初的成果；1898年维新派主张办新学，以沈心工、李叔同…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中国近代音乐的先驱：教材列举沈心工（1870—1947，"学堂乐歌"代表）、李叔同（1880—1942，创办《音乐小杂志》）、萧友梅（188…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《春游》：李叔同词曲，1913年发表，是中国作曲家创作的第一首合唱歌曲（书第112页）。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人民音乐家：教材指聂耳（1912—1935，革命音乐开路先锋，作《义勇军进行曲》）与冼星海（1905—1945，《黄河大合唱》作者，…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《黄河大合唱》：光未然词、冼星海曲，史诗性大型声乐套曲，以黄河为背景歌颂中华民族历史与斗争精神（书第118、125页）。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《金蛇狂舞》：民乐合奏，聂耳根据传统乐曲《倒八板》改编，表现南方节日赛龙船的热烈场景（书第117页）。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把学堂乐歌当"纯创作歌曲"：学堂乐歌多数是填词歌曲（如《祖国歌》填《老六板》、《送别》填奥德威曲），应先辨其"依曲填词"的来历再评价。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把《黄河大合唱》当单一歌曲：它是八乐章大型声乐套曲，各乐章体裁、情绪、主题不同，须按套曲整体结构聆听，而非只听其中一段。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金蛇狂舞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聂耳编曲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民乐合奏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黄河大合唱（八乐章）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光未然词、冼星海曲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大型声乐套曲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中国近代新音乐从"学堂乐歌"的填词启蒙起步，到聂耳、冼星海以群众歌曲与大型合唱塑造民族魂；鉴赏时要抓住"旧曲填词/新创—时代主题—民族风格"的线索，尤其精读《黄河大合唱》八乐章的戏剧性结构。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辨明「学堂乐歌」的含义与听辨方法。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区分「学堂乐歌」与「中国近代音乐的先驱」的边界，避免混淆。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【对比】对比《黄河》与《黄河大合唱（八乐章）》：并置聆听，引导学生聚焦「学堂乐歌」听辨二者处理的不同，体会同一母题如何因要素差异而生出不同音乐性格。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【类合】类合：将《黄河》《祖国歌》《春游》并听，归纳它们在「学堂乐歌」上的共同表达，形成对这类音乐的概括性认识。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【区分】区分：暂时悬置其他要素，单点聚焦「学堂乐歌」，让学生只听这一层，建立清晰辨知后再放回整体。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【融合】融合：设计聆听任务，让学生同时关照「学堂乐歌」与情感内涵（如边听边标情绪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下列关于「学堂乐歌（填词歌曲传统）」的表述，正确的是？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清末民初新学堂唱歌课中教唱的歌曲，是中国近代民主主义音乐文化发展最初的成果；1898年维新派主张办新学，以沈心工、李叔同为代表开设"乐歌"课程（书第115页）。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教材列举沈心工（1870—1947，"学堂乐歌"代表）、李叔同（1880—1942，创办《音乐小杂志》）、萧友梅（1884—1940，创办国立音乐院）、黄自（1904—1938，介绍西洋近代音乐理论）（书第116页）。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清末民初新学堂唱歌课中教唱的歌曲，多数是在现成曲调上填新词（少数为创作歌曲），内容多为富国强兵、抵御外侮等题材。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李叔同词曲，1913年发表，是中国作曲家创作的第一首合唱歌曲（书第112页）。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解析：清末民初新学堂唱歌课中教唱的歌曲，多数是在现成曲调上填新词（少数为创作歌曲），内容多为富国强兵、抵御外侮等题材。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下列关于「《春游》」的表述，正确的是？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民乐合奏，聂耳根据传统乐曲《倒八板》改编，表现南方节日赛龙船的热烈场景（书第117页）。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李叔同词曲，1913年发表，是中国作曲家创作的第一首合唱歌曲（书第112页）。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清末民初新学堂唱歌课中教唱的歌曲，是中国近代民主主义音乐文化发展最初的成果；1898年维新派主张办新学，以沈心工、李叔同为代表开设"乐歌"课程（书第115页）。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由若干对比乐章组成、围绕统一主题的大型声乐作品，如《黄河大合唱》以黄河为背景展开史诗性叙事。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解析：李叔同词曲，1913年发表，是中国作曲家创作的第一首合唱歌曲（书第112页）。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下列关于「大型声乐套曲（合唱套曲）」的表述，正确的是？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李叔同词曲，1913年发表，是中国作曲家创作的第一首合唱歌曲（书第112页）。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由若干对比乐章组成、围绕统一主题的大型声乐作品，如《黄河大合唱》以黄河为背景展开史诗性叙事。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清末民初新学堂唱歌课中教唱的歌曲，是中国近代民主主义音乐文化发展最初的成果；1898年维新派主张办新学，以沈心工、李叔同为代表开设"乐歌"课程（书第115页）。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光未然词、冼星海曲，史诗性大型声乐套曲，以黄河为背景歌颂中华民族历史与斗争精神（书第118、125页）。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解析：由若干对比乐章组成、围绕统一主题的大型声乐作品，如《黄河大合唱》以黄河为背景展开史诗性叙事。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