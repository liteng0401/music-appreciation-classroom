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46304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6638A"/>
                </a:solidFill>
                <a:latin typeface="Microsoft YaHei"/>
              </a:rPr>
              <a:t>第10单元　新音乐初放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6517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 i="0">
                <a:solidFill>
                  <a:srgbClr val="23303A"/>
                </a:solidFill>
                <a:latin typeface="Microsoft YaHei"/>
              </a:rPr>
              <a:t>第2节　人民音乐家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657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0">
                <a:solidFill>
                  <a:srgbClr val="6B7780"/>
                </a:solidFill>
                <a:latin typeface="Microsoft YaHei"/>
              </a:rPr>
              <a:t>河北峰峰第一中学 · 音乐鉴赏（人音版必修 2019）· 下篇</a:t>
            </a:r>
          </a:p>
        </p:txBody>
      </p:sp>
      <p:pic>
        <p:nvPicPr>
          <p:cNvPr id="5" name="Picture 4" descr="school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411480"/>
            <a:ext cx="1051560" cy="1051560"/>
          </a:xfrm>
          <a:prstGeom prst="rect">
            <a:avLst/>
          </a:prstGeom>
        </p:spPr>
      </p:pic>
      <p:pic>
        <p:nvPicPr>
          <p:cNvPr id="6" name="Picture 5" descr="school-na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4297680"/>
            <a:ext cx="2743200" cy="73973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学习目标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本课要带学生走到哪里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 i="0">
                <a:solidFill>
                  <a:srgbClr val="23303A"/>
                </a:solidFill>
                <a:latin typeface="Microsoft YaHei"/>
              </a:rPr>
              <a:t>• 中国近代新音乐从"学堂乐歌"的填词启蒙起步，到聂耳、冼星海以群众歌曲与大型合唱塑造民族魂；鉴赏时要抓住"旧曲填词/新创—时代主题—民族风格"的线索，尤其精读《黄河大合唱》八乐章的戏剧性结构。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核心框架 / 概念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鉴赏的工具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学堂乐歌（填词歌曲传统）：清末民初新学堂唱歌课中教唱的歌曲，多数是在现成曲调上填新词（少数为创作歌曲），内容多为富国强兵、抵御外侮等题材。 - 何…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大型声乐套曲（合唱套曲）：由若干对比乐章组成、围绕统一主题的大型声乐作品，如《黄河大合唱》以黄河为背景展开史诗性叙事。 - 何时使用： 分析多乐章…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学堂乐歌：清末民初新学堂唱歌课中教唱的歌曲，是中国近代民主主义音乐文化发展最初的成果；1898年维新派主张办新学，以沈心工、李叔同…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中国近代音乐的先驱：教材列举沈心工（1870—1947，"学堂乐歌"代表）、李叔同（1880—1942，创办《音乐小杂志》）、萧友梅（188…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《春游》：李叔同词曲，1913年发表，是中国作曲家创作的第一首合唱歌曲（书第112页）。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人民音乐家：教材指聂耳（1912—1935，革命音乐开路先锋，作《义勇军进行曲》）与冼星海（1905—1945，《黄河大合唱》作者，…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《黄河大合唱》：光未然词、冼星海曲，史诗性大型声乐套曲，以黄河为背景歌颂中华民族历史与斗争精神（书第118、125页）。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《金蛇狂舞》：民乐合奏，聂耳根据传统乐曲《倒八板》改编，表现南方节日赛龙船的热烈场景（书第117页）。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易错提醒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学生最容易踩的坑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把学堂乐歌当"纯创作歌曲"：学堂乐歌多数是填词歌曲（如《祖国歌》填《老六板》、《送别》填奥德威曲），应先辨其"依曲填词"的来历再评价。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把《黄河大合唱》当单一歌曲：它是八乐章大型声乐套曲，各乐章体裁、情绪、主题不同，须按套曲整体结构聆听，而非只听其中一段。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作品鉴赏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本课曲目与聆听要点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371600"/>
          <a:ext cx="1088136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4572000"/>
                <a:gridCol w="3200400"/>
              </a:tblGrid>
              <a:tr h="45720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6638A"/>
                          </a:solidFill>
                          <a:latin typeface="Microsoft YaHei"/>
                        </a:rPr>
                        <a:t>曲名</a:t>
                      </a:r>
                    </a:p>
                  </a:txBody>
                  <a:tcPr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6638A"/>
                          </a:solidFill>
                          <a:latin typeface="Microsoft YaHei"/>
                        </a:rPr>
                        <a:t>作者 / 来源</a:t>
                      </a:r>
                    </a:p>
                  </a:txBody>
                  <a:tcPr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6638A"/>
                          </a:solidFill>
                          <a:latin typeface="Microsoft YaHei"/>
                        </a:rPr>
                        <a:t>体裁</a:t>
                      </a:r>
                    </a:p>
                  </a:txBody>
                  <a:tcPr>
                    <a:solidFill>
                      <a:srgbClr val="F4F1E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金蛇狂舞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聂耳编曲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民乐合奏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黄河大合唱（八乐章）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光未然词、冼星海曲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大型声乐套曲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变易教学设计 · 审辨焦点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先让学生‘看出来’什么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 i="0">
                <a:solidFill>
                  <a:srgbClr val="23303A"/>
                </a:solidFill>
                <a:latin typeface="Microsoft YaHei"/>
              </a:rPr>
              <a:t>• 中国近代新音乐从"学堂乐歌"的填词启蒙起步，到聂耳、冼星海以群众歌曲与大型合唱塑造民族魂；鉴赏时要抓住"旧曲填词/新创—时代主题—民族风格"的线索，尤其精读《黄河大合唱》八乐章的戏剧性结构。</a:t>
            </a:r>
          </a:p>
          <a:p>
            <a:pPr>
              <a:spcAft>
                <a:spcPts val="600"/>
              </a:spcAft>
            </a:pPr>
            <a:r>
              <a:rPr sz="1700" b="0" i="0">
                <a:solidFill>
                  <a:srgbClr val="23303A"/>
                </a:solidFill>
                <a:latin typeface="Microsoft YaHei"/>
              </a:rPr>
              <a:t>• 辨明「学堂乐歌」的含义与听辨方法。</a:t>
            </a:r>
          </a:p>
          <a:p>
            <a:pPr>
              <a:spcAft>
                <a:spcPts val="600"/>
              </a:spcAft>
            </a:pPr>
            <a:r>
              <a:rPr sz="1700" b="0" i="0">
                <a:solidFill>
                  <a:srgbClr val="23303A"/>
                </a:solidFill>
                <a:latin typeface="Microsoft YaHei"/>
              </a:rPr>
              <a:t>• 区分「学堂乐歌」与「中国近代音乐的先驱」的边界，避免混淆。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变易教学设计 · 四变易图式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对比 / 类合 / 区分 / 融合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【对比】对比《黄河》与《黄河大合唱（八乐章）》：并置聆听，引导学生聚焦「学堂乐歌」听辨二者处理的不同，体会同一母题如何因要素差异而生出不同音乐性格。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【类合】类合：将《黄河》《祖国歌》《春游》并听，归纳它们在「学堂乐歌」上的共同表达，形成对这类音乐的概括性认识。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【区分】区分：暂时悬置其他要素，单点聚焦「学堂乐歌」，让学生只听这一层，建立清晰辨知后再放回整体。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【融合】融合：设计聆听任务，让学生同时关照「学堂乐歌」与情感内涵（如边听边标情绪 / 写联想），在综合中深化理解。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下列关于「学堂乐歌（填词歌曲传统）」的表述，正确的是？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A. 清末民初新学堂唱歌课中教唱的歌曲，是中国近代民主主义音乐文化发展最初的成果；1898年维新派主张办新学，以沈心工、李叔同为代表开设"乐歌"课程（书第115页）。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B. 教材列举沈心工（1870—1947，"学堂乐歌"代表）、李叔同（1880—1942，创办《音乐小杂志》）、萧友梅（1884—1940，创办国立音乐院）、黄自（1904—1938，介绍西洋近代音乐理论）（书第116页）。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C. 清末民初新学堂唱歌课中教唱的歌曲，多数是在现成曲调上填新词（少数为创作歌曲），内容多为富国强兵、抵御外侮等题材。 ✅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D. 李叔同词曲，1913年发表，是中国作曲家创作的第一首合唱歌曲（书第112页）。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解析：清末民初新学堂唱歌课中教唱的歌曲，多数是在现成曲调上填新词（少数为创作歌曲），内容多为富国强兵、抵御外侮等题材。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下列关于「《春游》」的表述，正确的是？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A. 民乐合奏，聂耳根据传统乐曲《倒八板》改编，表现南方节日赛龙船的热烈场景（书第117页）。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B. 李叔同词曲，1913年发表，是中国作曲家创作的第一首合唱歌曲（书第112页）。 ✅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C. 清末民初新学堂唱歌课中教唱的歌曲，是中国近代民主主义音乐文化发展最初的成果；1898年维新派主张办新学，以沈心工、李叔同为代表开设"乐歌"课程（书第115页）。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D. 由若干对比乐章组成、围绕统一主题的大型声乐作品，如《黄河大合唱》以黄河为背景展开史诗性叙事。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解析：李叔同词曲，1913年发表，是中国作曲家创作的第一首合唱歌曲（书第112页）。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下列关于「大型声乐套曲（合唱套曲）」的表述，正确的是？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A. 李叔同词曲，1913年发表，是中国作曲家创作的第一首合唱歌曲（书第112页）。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B. 由若干对比乐章组成、围绕统一主题的大型声乐作品，如《黄河大合唱》以黄河为背景展开史诗性叙事。 ✅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C. 清末民初新学堂唱歌课中教唱的歌曲，是中国近代民主主义音乐文化发展最初的成果；1898年维新派主张办新学，以沈心工、李叔同为代表开设"乐歌"课程（书第115页）。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D. 光未然词、冼星海曲，史诗性大型声乐套曲，以黄河为背景歌颂中华民族历史与斗争精神（书第118、125页）。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解析：由若干对比乐章组成、围绕统一主题的大型声乐作品，如《黄河大合唱》以黄河为背景展开史诗性叙事。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judge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判断：「mistake」是鉴赏时的正确做法。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A. 正确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B. 错误 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解析：why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配套资源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与网页电子课本联动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打开 index.html：本单元重点知识讲解 + 即时判分练习 + 术语速查。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右下角 📝 便签：上课随手记校本补充，仅存本机浏览器。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校徽与校名已置入页面，投影即见学校标识。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