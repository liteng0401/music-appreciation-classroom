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第05单元　乐音相彰——歌曲艺术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第2节　合唱曲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badge-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1824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歌曲鉴赏围绕"人声分类"与"演唱形式"展开：独唱看声部音色（女高/女中/男高/男低…）如何匹配内容，合唱看多声部织体与表现力。歌词与音乐语言的结合是歌曲的灵魂。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人声分类：分女声、男声、童声三大类；女声再分女高/女中/女低，男声再分男高/男中/男低（书第63页）。 - When to use…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合唱：集体演唱多声部歌曲的形式，可分男声/女声/童声/混声合唱；按声部二/三/四部；按伴奏分带伴奏与无伴奏；可有领唱（书第68…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清唱剧：大型声乐套曲，有戏剧情节，含咏叹调、宣叙调、重唱、合唱；音乐会上演，不需舞台布景服装（书第68页）。 - When to…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人声分类：女声、男声、童声三大类；女高/女中/女低，男高/男中/男低（书第63页）。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花腔女高音：音色明亮、华丽、轻巧（书第63页）。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抒情女高音：音色优美、柔和、轻快、丰满（书第63页）。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戏剧女高音：音色响亮、坚实（书第63页）。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女中音：圆润、宽厚、坚实，有时略显弹性（书第63页）。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女低音：浓厚、温和、结实、灵活，多用于合唱女低音声部（书第63页）。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混淆人声类别：如把《夜莺》（花腔女高音）当抒情女高音——花腔的华丽炫技与抒情女的柔和丰满不同，影响对演唱技巧的判断。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把清唱剧当歌剧：清唱剧（《布兰诗歌》）无舞台布景服装，歌剧有；体裁误判会错读表演语境。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忽略领唱声部：《雨后彩虹》是"女声领唱+合唱"，漏掉领唱就漏掉歌曲的抒情支点。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雨后彩虹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于之词、陆在易曲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女声领唱+混声合唱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大漠之夜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邵永强词、尚德义曲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混声合唱（男高男低为主）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命运女神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〔德〕奥尔夫曲（清唱剧《布兰诗歌》）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混声四部合唱，清唱剧序歌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歌曲鉴赏围绕"人声分类"与"演唱形式"展开：独唱看声部音色（女高/女中/男高/男低…）如何匹配内容，合唱看多声部织体与表现力。歌词与音乐语言的结合是歌曲的灵魂。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辨明「人声分类」的含义与听辨方法。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区分「人声分类」与「花腔女高音」的边界，避免混淆。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【对比】对比《大江东去》与《命运女神》：并置聆听，引导学生聚焦「人声分类」听辨二者处理的不同，体会同一母题如何因要素差异而生出不同音乐性格。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【类合】类合：将《大江东去》《吐鲁番的葡萄熟了》《重归苏莲托》并听，归纳它们在「人声分类」上的共同表达，形成对这类音乐的概括性认识。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【区分】区分：暂时悬置其他要素，单点聚焦「人声分类」，让学生只听这一层，建立清晰辨知后再放回整体。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【融合】融合：设计聆听任务，让学生同时关照「人声分类」与情感内涵（如边听边标情绪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下列关于「女低音」的表述，正确的是？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青主《大江东去》为诗词谱曲的代表，音乐与文学紧密结合（书第58页，相关链接）。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音色优美、柔和、轻快、丰满（书第63页）。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浓厚、温和、结实、灵活，多用于合唱女低音声部（书第63页）。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明亮、柔和、轻快、灵活，广泛用于独唱；戏剧男高音坚实响亮（书第63页）。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解析：浓厚、温和、结实、灵活，多用于合唱女低音声部（书第63页）。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下列关于「戏剧女高音」的表述，正确的是？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音色明亮、华丽、轻巧（书第63页）。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女声、男声、童声三大类；女高/女中/女低，男高/男中/男低（书第63页）。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柔和有力、嘹亮充沛，表现力强；男低音坚实有力、宽厚深沉，如洪钟（书第63页）。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音色响亮、坚实（书第63页）。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解析：音色响亮、坚实（书第63页）。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下列关于「清唱剧」的表述，正确的是？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音色优美、柔和、轻快、丰满（书第63页）。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大型声乐套曲，有戏剧情节，含咏叹调、宣叙调、重唱、合唱；音乐会上演，不需舞台布景服装（书第68页）。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有戏剧情节的大型声乐套曲，含多种声乐形式，音乐会演出（书第68页）。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柔和有力、嘹亮充沛，表现力强；男低音坚实有力、宽厚深沉，如洪钟（书第63页）。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解析：有戏剧情节的大型声乐套曲，含多种声乐形式，音乐会演出（书第68页）。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《吐鲁番的葡萄熟了》的作曲/来源是？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〔宋〕苏轼词、青主曲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〔意〕G.库尔蒂斯词、E.库尔蒂斯曲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瞿琮词、施光南曲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〔德〕奥尔夫曲（清唱剧《布兰诗歌》）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解析：《吐鲁番的葡萄熟了》— 瞿琮词、施光南曲，体裁：独唱，维吾尔风格（手鼓节奏）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