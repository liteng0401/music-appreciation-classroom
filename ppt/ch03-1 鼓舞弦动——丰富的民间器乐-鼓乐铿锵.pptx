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第03单元　鼓舞弦动——丰富的民间器乐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鼓乐铿锵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民间器乐分"鼓乐"（吹打、打击为主，气势铿锵）与"丝竹"（弦管为主，清新柔美）两大路数。鉴赏时抓住乐种、主奏乐器、音色组合与"放慢加花"等变奏逻辑。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鼓吹乐（鼓乐）：以吹奏乐器和打击乐器为主的民间器乐合奏形式，农村广泛流传；汉魏分黄门鼓吹、骑吹、短箫铙歌、横吹四类（书第35页）。 -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打溜子：流行于土家族的民间器乐合奏，通常用马锣、大锣、头钹、二钹四件；乐曲由"头子"和"溜子"组成，二段式多见（书第35页）。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吹歌：鼓吹乐中的一类，以吹管乐器为主、辅之打击乐器；因曲目多采民歌或戏曲唱腔，故称"吹歌"（书第35页）。 - 何时使用： 识…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江南丝竹 / 广东音乐：丝竹类两大乐种，前者轻巧明朗、乐器组合灵活；后者短小精悍、轻快缠绵，高胡扬琴为主奏（书第38页）。 - 何时使用： 区分…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鼓吹乐：又称"鼓乐"，以吹奏乐器和打击乐器为主的民间器乐合奏形式（书第35页）。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打溜子：土家族民间器乐合奏，马锣、大锣、头钹、二钹四件；结构有头子、溜子，多二段式（书第35页）。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吹歌：鼓吹乐类别，以吹管乐器为主、打击乐为辅，曲目多取民歌/戏曲唱腔（书第35页）。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江南丝竹：流行于上海及苏南、浙西的民间器乐乐种；风格轻巧、明朗、欢快、活泼；艺诀"你进我出，你繁我简；你高我低，你正我反……"（书…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广东音乐：流行于广州及珠江三角洲的民间器乐乐种，前身是粤剧过场音乐；高胡、扬琴为主奏乐器；短小精悍、轻快活泼、缠绵细腻（书第38页…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放慢加花：《中花六板》是《老六板》的放慢加花——把原旋律放慢速度并加装饰音/经过音，生成新曲（书第36页）。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混淆"鼓吹乐"与"鼓乐（打溜子）"：鼓吹乐是吹+打的大类；打溜子是土家族纯打击（马锣等四件）的子类，无吹管——听有无唢呐/管子即可分。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把《中花六板》当独立创作：它实为《老六板》放慢加花，忽略母体关系就错过了教材核心"变奏逻辑"。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忽略广东音乐有作者：多数民间乐无具体作者，但广东音乐（丘鹤俦等）有明确作者，因其与专业创作群体相关（书第38页拓展）。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锦鸡出山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锦鸡出山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湖南土家族打溜子（田隆信编曲）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滚核桃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滚核桃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山西绛州鼓乐（王宝灿、郝世勋整理）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童谣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童谣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北京民间乐曲（吹歌）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民间器乐分"鼓乐"（吹打、打击为主，气势铿锵）与"丝竹"（弦管为主，清新柔美）两大路数。鉴赏时抓住乐种、主奏乐器、音色组合与"放慢加花"等变奏逻辑。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辨明「鼓吹乐」的含义与听辨方法。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区分「鼓吹乐」与「打溜子」的边界，避免混淆。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【对比】对比《锦鸡出山》与《娱乐升平》：并置聆听，引导学生聚焦「鼓吹乐」听辨二者处理的不同，体会同一母题如何因要素差异而生出不同音乐性格。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【类合】类合：将《锦鸡出山》《滚核桃》《童谣》并听，归纳它们在「鼓吹乐」上的共同表达，形成对这类音乐的概括性认识。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【区分】区分：暂时悬置其他要素，单点聚焦「鼓吹乐」，让学生只听这一层，建立清晰辨知后再放回整体。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【融合】融合：设计聆听任务，让学生同时关照「鼓吹乐」与情感内涵（如边听边标情绪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下列关于「广东音乐」的表述，正确的是？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鼓吹乐类别，以吹管乐器为主、打击乐为辅，曲目多取民歌/戏曲唱腔（书第35页）。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流行于广州及珠江三角洲的民间器乐乐种，前身是粤剧过场音乐；高胡、扬琴为主奏乐器；短小精悍、轻快活泼、缠绵细腻（书第38页）。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流行于上海及苏南、浙西的民间器乐乐种；风格轻巧、明朗、欢快、活泼；艺诀"你进我出，你繁我简；你高我低，你正我反……"（书第38页）。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《中花六板》是《老六板》的放慢加花——把原旋律放慢速度并加装饰音/经过音，生成新曲（书第36页）。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解析：流行于广州及珠江三角洲的民间器乐乐种，前身是粤剧过场音乐；高胡、扬琴为主奏乐器；短小精悍、轻快活泼、缠绵细腻（书第38页）。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下列关于「吹歌」的表述，正确的是？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《中花六板》是《老六板》的放慢加花——把原旋律放慢速度并加装饰音/经过音，生成新曲（书第36页）。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以吹奏乐器和打击乐器为主的民间器乐合奏形式，农村广泛流传；汉魏分黄门鼓吹、骑吹、短箫铙歌、横吹四类（书第35页）。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鼓吹乐类别，以吹管乐器为主、打击乐为辅，曲目多取民歌/戏曲唱腔（书第35页）。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又称"鼓乐"，以吹奏乐器和打击乐器为主的民间器乐合奏形式（书第35页）。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解析：鼓吹乐类别，以吹管乐器为主、打击乐为辅，曲目多取民歌/戏曲唱腔（书第35页）。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下列关于「打溜子」的表述，正确的是？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力度（重/轻击）、敲击位置（鼓心/边/帮/槌）、敲击方式（滚/闷/侧击）使同乐器产生不同音色（书第33页，相关链接）。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流行于土家族的民间器乐合奏，通常用马锣、大锣、头钹、二钹四件；乐曲由"头子"和"溜子"组成，二段式多见（书第35页）。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流行于上海及苏南、浙西的民间器乐乐种；风格轻巧、明朗、欢快、活泼；艺诀"你进我出，你繁我简；你高我低，你正我反……"（书第38页）。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鼓吹乐中的一类，以吹管乐器为主、辅之打击乐器；因曲目多采民歌或戏曲唱腔，故称"吹歌"（书第35页）。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解析：流行于土家族的民间器乐合奏，通常用马锣、大锣、头钹、二钹四件；乐曲由"头子"和"溜子"组成，二段式多见（书第35页）。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《锦鸡出山》的作曲/来源是？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山西绛州鼓乐（王宝灿、郝世勋整理）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江南民间乐曲（江南丝竹）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北京民间乐曲（吹歌）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湖南土家族打溜子（田隆信编曲）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解析：《锦鸡出山》— 湖南土家族打溜子（田隆信编曲），体裁：马锣、大锣、头钹、二钹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《童谣》的作曲/来源是？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湖南土家族打溜子（田隆信编曲）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丘鹤俦曲（广东音乐）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江南民间乐曲（江南丝竹）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北京民间乐曲（吹歌）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解析：《童谣》— 北京民间乐曲（吹歌），体裁：管子、口噙子；唢呐、二胡、扬琴、中阮；锣鼓经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