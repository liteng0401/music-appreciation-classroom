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46304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6638A"/>
                </a:solidFill>
                <a:latin typeface="Microsoft YaHei"/>
              </a:rPr>
              <a:t>第03单元　鼓舞弦动——丰富的民间器乐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65176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 i="0">
                <a:solidFill>
                  <a:srgbClr val="23303A"/>
                </a:solidFill>
                <a:latin typeface="Microsoft YaHei"/>
              </a:rPr>
              <a:t>第1节　鼓乐铿锵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657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 i="0">
                <a:solidFill>
                  <a:srgbClr val="6B7780"/>
                </a:solidFill>
                <a:latin typeface="Microsoft YaHei"/>
              </a:rPr>
              <a:t>河北峰峰第一中学 · 音乐鉴赏（人音版必修 2019）· 上篇</a:t>
            </a:r>
          </a:p>
        </p:txBody>
      </p:sp>
      <p:pic>
        <p:nvPicPr>
          <p:cNvPr id="5" name="Picture 4" descr="school-badge-displ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32720" y="457200"/>
            <a:ext cx="1371600" cy="18245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学习目标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本课要带学生走到哪里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 i="0">
                <a:solidFill>
                  <a:srgbClr val="23303A"/>
                </a:solidFill>
                <a:latin typeface="Microsoft YaHei"/>
              </a:rPr>
              <a:t>• 民间器乐分"鼓乐"（吹打、打击为主，气势铿锵）与"丝竹"（弦管为主，清新柔美）两大路数。鉴赏时抓住乐种、主奏乐器、音色组合与"放慢加花"等变奏逻辑。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核心框架 / 概念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鉴赏的工具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 i="0">
                <a:solidFill>
                  <a:srgbClr val="23303A"/>
                </a:solidFill>
                <a:latin typeface="Microsoft YaHei"/>
              </a:rPr>
              <a:t>• 鼓吹乐（鼓乐）：以吹奏乐器和打击乐器为主的民间器乐合奏形式，农村广泛流传；汉魏分黄门鼓吹、骑吹、短箫铙歌、横吹四类（书第35页）。 - …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23303A"/>
                </a:solidFill>
                <a:latin typeface="Microsoft YaHei"/>
              </a:rPr>
              <a:t>• 打溜子：流行于土家族的民间器乐合奏，通常用马锣、大锣、头钹、二钹四件；乐曲由"头子"和"溜子"组成，二段式多见（书第35页）。 …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23303A"/>
                </a:solidFill>
                <a:latin typeface="Microsoft YaHei"/>
              </a:rPr>
              <a:t>• 吹歌：鼓吹乐中的一类，以吹管乐器为主、辅之打击乐器；因曲目多采民歌或戏曲唱腔，故称"吹歌"（书第35页）。 - When to…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23303A"/>
                </a:solidFill>
                <a:latin typeface="Microsoft YaHei"/>
              </a:rPr>
              <a:t>• 江南丝竹 / 广东音乐：丝竹类两大乐种，前者轻巧明朗、乐器组合灵活；后者短小精悍、轻快缠绵，高胡扬琴为主奏（书第38页）。 - When to …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6B7780"/>
                </a:solidFill>
                <a:latin typeface="Microsoft YaHei"/>
              </a:rPr>
              <a:t>– 鼓吹乐：又称"鼓乐"，以吹奏乐器和打击乐器为主的民间器乐合奏形式（书第35页）。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6B7780"/>
                </a:solidFill>
                <a:latin typeface="Microsoft YaHei"/>
              </a:rPr>
              <a:t>– 打溜子：土家族民间器乐合奏，马锣、大锣、头钹、二钹四件；结构有头子、溜子，多二段式（书第35页）。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6B7780"/>
                </a:solidFill>
                <a:latin typeface="Microsoft YaHei"/>
              </a:rPr>
              <a:t>– 吹歌：鼓吹乐类别，以吹管乐器为主、打击乐为辅，曲目多取民歌/戏曲唱腔（书第35页）。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6B7780"/>
                </a:solidFill>
                <a:latin typeface="Microsoft YaHei"/>
              </a:rPr>
              <a:t>– 江南丝竹：流行于上海及苏南、浙西的民间器乐乐种；风格轻巧、明朗、欢快、活泼；艺诀"你进我出，你繁我简；你高我低，你正我反……"（书…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6B7780"/>
                </a:solidFill>
                <a:latin typeface="Microsoft YaHei"/>
              </a:rPr>
              <a:t>– 广东音乐：流行于广州及珠江三角洲的民间器乐乐种，前身是粤剧过场音乐；高胡、扬琴为主奏乐器；短小精悍、轻快活泼、缠绵细腻（书第38页…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6B7780"/>
                </a:solidFill>
                <a:latin typeface="Microsoft YaHei"/>
              </a:rPr>
              <a:t>– 放慢加花：《中花六板》是《老六板》的放慢加花——把原旋律放慢速度并加装饰音/经过音，生成新曲（书第36页）。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易错提醒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学生最容易踩的坑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混淆"鼓吹乐"与"鼓乐（打溜子）"：鼓吹乐是吹+打的大类；打溜子是土家族纯打击（马锣等四件）的子类，无吹管——听有无唢呐/管子即可分。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把《中花六板》当独立创作：它实为《老六板》放慢加花，忽略母体关系就错过了教材核心"变奏逻辑"。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忽略广东音乐有作者：多数民间乐无具体作者，但广东音乐（丘鹤俦等）有明确作者，因其与专业创作群体相关（书第38页拓展）。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作品鉴赏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本课曲目与聆听要点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371600"/>
          <a:ext cx="1088136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4572000"/>
                <a:gridCol w="3200400"/>
              </a:tblGrid>
              <a:tr h="45720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6638A"/>
                          </a:solidFill>
                          <a:latin typeface="Microsoft YaHei"/>
                        </a:rPr>
                        <a:t>曲名</a:t>
                      </a:r>
                    </a:p>
                  </a:txBody>
                  <a:tcPr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6638A"/>
                          </a:solidFill>
                          <a:latin typeface="Microsoft YaHei"/>
                        </a:rPr>
                        <a:t>作者 / 来源</a:t>
                      </a:r>
                    </a:p>
                  </a:txBody>
                  <a:tcPr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6638A"/>
                          </a:solidFill>
                          <a:latin typeface="Microsoft YaHei"/>
                        </a:rPr>
                        <a:t>体裁</a:t>
                      </a:r>
                    </a:p>
                  </a:txBody>
                  <a:tcPr>
                    <a:solidFill>
                      <a:srgbClr val="F4F1E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锦鸡出山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锦鸡出山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湖南土家族打溜子（田隆信编曲）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滚核桃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滚核桃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山西绛州鼓乐（王宝灿、郝世勋整理）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童谣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童谣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北京民间乐曲（吹歌）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变易教学设计 · 审辨焦点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先让学生‘看出来’什么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0" i="0">
                <a:solidFill>
                  <a:srgbClr val="23303A"/>
                </a:solidFill>
                <a:latin typeface="Microsoft YaHei"/>
              </a:rPr>
              <a:t>• 民间器乐分"鼓乐"（吹打、打击为主，气势铿锵）与"丝竹"（弦管为主，清新柔美）两大路数。鉴赏时抓住乐种、主奏乐器、音色组合与"放慢加花"等变奏逻辑。</a:t>
            </a:r>
          </a:p>
          <a:p>
            <a:pPr>
              <a:spcAft>
                <a:spcPts val="600"/>
              </a:spcAft>
            </a:pPr>
            <a:r>
              <a:rPr sz="1700" b="0" i="0">
                <a:solidFill>
                  <a:srgbClr val="23303A"/>
                </a:solidFill>
                <a:latin typeface="Microsoft YaHei"/>
              </a:rPr>
              <a:t>• 辨明「鼓吹乐」的含义与听辨方法。</a:t>
            </a:r>
          </a:p>
          <a:p>
            <a:pPr>
              <a:spcAft>
                <a:spcPts val="600"/>
              </a:spcAft>
            </a:pPr>
            <a:r>
              <a:rPr sz="1700" b="0" i="0">
                <a:solidFill>
                  <a:srgbClr val="23303A"/>
                </a:solidFill>
                <a:latin typeface="Microsoft YaHei"/>
              </a:rPr>
              <a:t>• 区分「鼓吹乐」与「打溜子」的边界，避免混淆。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变易教学设计 · 四变易图式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对比 / 类合 / 区分 / 融合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 i="0">
                <a:solidFill>
                  <a:srgbClr val="23303A"/>
                </a:solidFill>
                <a:latin typeface="Microsoft YaHei"/>
              </a:rPr>
              <a:t>• 【对比】对比《锦鸡出山》与《娱乐升平》：并置聆听，引导学生聚焦「鼓吹乐」听辨二者处理的不同，体会同一母题如何因要素差异而生出不同音乐性格。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23303A"/>
                </a:solidFill>
                <a:latin typeface="Microsoft YaHei"/>
              </a:rPr>
              <a:t>• 【类合】类合：将《锦鸡出山》《滚核桃》《童谣》并听，归纳它们在「鼓吹乐」上的共同表达，形成对这类音乐的概括性认识。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23303A"/>
                </a:solidFill>
                <a:latin typeface="Microsoft YaHei"/>
              </a:rPr>
              <a:t>• 【区分】区分：暂时悬置其他要素，单点聚焦「鼓吹乐」，让学生只听这一层，建立清晰辨知后再放回整体。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23303A"/>
                </a:solidFill>
                <a:latin typeface="Microsoft YaHei"/>
              </a:rPr>
              <a:t>• 【融合】融合：设计聆听任务，让学生同时关照「鼓吹乐」与情感内涵（如边听边标情绪 / 写联想），在综合中深化理解。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随堂练习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choice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23303A"/>
                </a:solidFill>
                <a:latin typeface="Microsoft YaHei"/>
              </a:rPr>
              <a:t>下列关于「广东音乐」的表述，正确的是？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688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A. 鼓吹乐类别，以吹管乐器为主、打击乐为辅，曲目多取民歌/戏曲唱腔（书第35页）。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23303A"/>
                </a:solidFill>
                <a:latin typeface="Microsoft YaHei"/>
              </a:rPr>
              <a:t>• B. 流行于广州及珠江三角洲的民间器乐乐种，前身是粤剧过场音乐；高胡、扬琴为主奏乐器；短小精悍、轻快活泼、缠绵细腻（书第38页）。 ✅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C. 流行于上海及苏南、浙西的民间器乐乐种；风格轻巧、明朗、欢快、活泼；艺诀"你进我出，你繁我简；你高我低，你正我反……"（书第38页）。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D. 《中花六板》是《老六板》的放慢加花——把原旋律放慢速度并加装饰音/经过音，生成新曲（书第36页）。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6B7780"/>
                </a:solidFill>
                <a:latin typeface="Microsoft YaHei"/>
              </a:rPr>
              <a:t>解析：流行于广州及珠江三角洲的民间器乐乐种，前身是粤剧过场音乐；高胡、扬琴为主奏乐器；短小精悍、轻快活泼、缠绵细腻（书第38页）。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随堂练习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choice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23303A"/>
                </a:solidFill>
                <a:latin typeface="Microsoft YaHei"/>
              </a:rPr>
              <a:t>下列关于「吹歌」的表述，正确的是？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688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A. 《中花六板》是《老六板》的放慢加花——把原旋律放慢速度并加装饰音/经过音，生成新曲（书第36页）。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B. 以吹奏乐器和打击乐器为主的民间器乐合奏形式，农村广泛流传；汉魏分黄门鼓吹、骑吹、短箫铙歌、横吹四类（书第35页）。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23303A"/>
                </a:solidFill>
                <a:latin typeface="Microsoft YaHei"/>
              </a:rPr>
              <a:t>• C. 鼓吹乐类别，以吹管乐器为主、打击乐为辅，曲目多取民歌/戏曲唱腔（书第35页）。 ✅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D. 又称"鼓乐"，以吹奏乐器和打击乐器为主的民间器乐合奏形式（书第35页）。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6B7780"/>
                </a:solidFill>
                <a:latin typeface="Microsoft YaHei"/>
              </a:rPr>
              <a:t>解析：鼓吹乐类别，以吹管乐器为主、打击乐为辅，曲目多取民歌/戏曲唱腔（书第35页）。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随堂练习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choice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23303A"/>
                </a:solidFill>
                <a:latin typeface="Microsoft YaHei"/>
              </a:rPr>
              <a:t>下列关于「打溜子」的表述，正确的是？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688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A. 力度（重/轻击）、敲击位置（鼓心/边/帮/槌）、敲击方式（滚/闷/侧击）使同乐器产生不同音色（书第33页，相关链接）。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23303A"/>
                </a:solidFill>
                <a:latin typeface="Microsoft YaHei"/>
              </a:rPr>
              <a:t>• B. 流行于土家族的民间器乐合奏，通常用马锣、大锣、头钹、二钹四件；乐曲由"头子"和"溜子"组成，二段式多见（书第35页）。 ✅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C. 流行于上海及苏南、浙西的民间器乐乐种；风格轻巧、明朗、欢快、活泼；艺诀"你进我出，你繁我简；你高我低，你正我反……"（书第38页）。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D. 鼓吹乐中的一类，以吹管乐器为主、辅之打击乐器；因曲目多采民歌或戏曲唱腔，故称"吹歌"（书第35页）。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6B7780"/>
                </a:solidFill>
                <a:latin typeface="Microsoft YaHei"/>
              </a:rPr>
              <a:t>解析：流行于土家族的民间器乐合奏，通常用马锣、大锣、头钹、二钹四件；乐曲由"头子"和"溜子"组成，二段式多见（书第35页）。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随堂练习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choice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23303A"/>
                </a:solidFill>
                <a:latin typeface="Microsoft YaHei"/>
              </a:rPr>
              <a:t>《锦鸡出山》的作曲/来源是？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688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A. 山西绛州鼓乐（王宝灿、郝世勋整理）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B. 江南民间乐曲（江南丝竹）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C. 北京民间乐曲（吹歌）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23303A"/>
                </a:solidFill>
                <a:latin typeface="Microsoft YaHei"/>
              </a:rPr>
              <a:t>• D. 湖南土家族打溜子（田隆信编曲） 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6B7780"/>
                </a:solidFill>
                <a:latin typeface="Microsoft YaHei"/>
              </a:rPr>
              <a:t>解析：《锦鸡出山》— 湖南土家族打溜子（田隆信编曲），体裁：马锣、大锣、头钹、二钹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随堂练习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choice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23303A"/>
                </a:solidFill>
                <a:latin typeface="Microsoft YaHei"/>
              </a:rPr>
              <a:t>《童谣》的作曲/来源是？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688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A. 湖南土家族打溜子（田隆信编曲）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B. 丘鹤俦曲（广东音乐）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C. 江南民间乐曲（江南丝竹）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23303A"/>
                </a:solidFill>
                <a:latin typeface="Microsoft YaHei"/>
              </a:rPr>
              <a:t>• D. 北京民间乐曲（吹歌） 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6B7780"/>
                </a:solidFill>
                <a:latin typeface="Microsoft YaHei"/>
              </a:rPr>
              <a:t>解析：《童谣》— 北京民间乐曲（吹歌），体裁：管子、口噙子；唢呐、二胡、扬琴、中阮；锣鼓经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随堂练习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judge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23303A"/>
                </a:solidFill>
                <a:latin typeface="Microsoft YaHei"/>
              </a:rPr>
              <a:t>判断：「mistake」是鉴赏时的正确做法。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688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A. 正确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23303A"/>
                </a:solidFill>
                <a:latin typeface="Microsoft YaHei"/>
              </a:rPr>
              <a:t>• B. 错误 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6B7780"/>
                </a:solidFill>
                <a:latin typeface="Microsoft YaHei"/>
              </a:rPr>
              <a:t>解析：why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配套资源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与网页电子课本联动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打开 index.html：本单元重点知识讲解 + 即时判分练习 + 术语速查。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右下角 📝 便签：上课随手记校本补充，仅存本机浏览器。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校徽与校名已置入页面，投影即见学校标识。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