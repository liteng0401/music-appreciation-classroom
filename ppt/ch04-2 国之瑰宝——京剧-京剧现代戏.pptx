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第04单元　国之瑰宝——京剧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京剧现代戏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京剧是中国戏曲代表剧种，鉴赏要点在"行当—声腔（西皮/二黄）—板式—流派"四层。传统戏看程式与流派，现代戏看如何用京剧语汇表现现实题材。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京剧行当（生旦净丑）：生为男性（老生/小生/武生…），旦为女性（正旦青衣/花旦/刀马旦/老旦…），净为威严粗犷男性（花脸/架子花/武花脸），丑…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京剧声腔（西皮/二黄）：二黄旋律平稳、节奏舒缓，凝重浑厚，宜沉郁悲愤；西皮旋律起伏大、节奏紧，流畅轻快明朗，宜欢快坚毅愤懑（书第54页）。 -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板式（板眼结构）：一眼板（2/4）、三眼板（4/4）、无眼板（1/4或1/8）、散板（无板无眼）；原板为基础，另有慢板、快三眼、导板、散板…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京剧流派：表演艺术家结合自身条件形成的独特风格，有固定剧目与追随者；影响深远（书第50页）。 - When to use: 识别谭…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京剧：形成于清代光绪年间北京；始于"四大徽班"进京，经"徽秦""徽汉"合流而成；代表剧种（书第49页）。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京剧的行当：生、旦、净、丑四类（书第49页）。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四大名旦：梅兰芳、程砚秋、尚小云、荀慧生，旦角四大流派创始人（书第51页）。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京剧音乐（板腔体）：以二黄和西皮为主要声腔；伴奏称"场面"，分文场（管弦）与武场（打击）（书第54页）。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京剧现代戏：广义指五四运动后反映现实生活的京剧；狭义指新中国成立后戏曲改革创作的反映现实生活的新京剧（如《红灯记》《沙家浜》）（书第…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老生/正旦（青衣）/净（花脸）/丑：各行当细分（书第49、43、47、56页相关链接）。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把"净"当"生/旦"：净是花脸（勾脸、雄浑），非普通男性；如包拯为黑头（铜锤），听其雄浑凝重即知是净。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混淆西皮与二黄：西皮轻快明朗、起伏大；二黄凝重浑厚、平缓——情绪判断反了会错读人物。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把现代戏当传统戏：现代戏用现实题材与新编剧情（孔繁森、柯湘），虽同板腔体但内容指向当代。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望人间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望人间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《圣洁的心灵——孔繁森》现代戏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家住安源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家住安源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《杜鹃山》现代戏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京剧是中国戏曲代表剧种，鉴赏要点在"行当—声腔（西皮/二黄）—板式—流派"四层。传统戏看程式与流派，现代戏看如何用京剧语汇表现现实题材。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辨明「京剧」的含义与听辨方法。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区分「京剧」与「京剧的行当」的边界，避免混淆。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【对比】对比《我正在城楼观山景》与《家住安源》：并置聆听，引导学生聚焦「京剧」听辨二者处理的不同，体会同一母题如何因要素差异而生出不同音乐性格。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【类合】类合：将《我正在城楼观山景》《看大王在帐中和衣睡稳》《忽听得万岁宣包拯》并听，归纳它们在「京剧」上的共同表达，形成对这类音乐的概括性认识。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【区分】区分：暂时悬置其他要素，单点聚焦「京剧」，让学生只听这一层，建立清晰辨知后再放回整体。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【融合】融合：设计聆听任务，让学生同时关照「京剧」与情感内涵（如边听边标情绪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下列关于「四大名旦」的表述，正确的是？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梅兰芳、程砚秋、尚小云、荀慧生，旦角四大流派创始人（书第51页）。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一眼板（2/4）、三眼板（4/4）、无眼板（1/4或1/8）、散板（无板无眼）；原板为基础，另有慢板、快三眼、导板、散板、流水板等（书第54页）。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表演艺术家结合自身条件形成的独特风格，有固定剧目与追随者；影响深远（书第50页）。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广义指五四运动后反映现实生活的京剧；狭义指新中国成立后戏曲改革创作的反映现实生活的新京剧（如《红灯记》《沙家浜》）（书第54页）。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解析：梅兰芳、程砚秋、尚小云、荀慧生，旦角四大流派创始人（书第51页）。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下列关于「京剧音乐（板腔体）」的表述，正确的是？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具体板式，对应不同速度情绪（书第42、44、46页）。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以二黄和西皮为主要声腔；伴奏称"场面"，分文场（管弦）与武场（打击）（书第54页）。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生为男性（老生/小生/武生…），旦为女性（正旦青衣/花旦/刀马旦/老旦…），净为威严粗犷男性（花脸/架子花/武花脸），丑为诙谐滑稽（文丑/武丑）（书第49页）。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生、旦、净、丑四类（书第49页）。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解析：以二黄和西皮为主要声腔；伴奏称"场面"，分文场（管弦）与武场（打击）（书第54页）。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下列关于「西皮二六 / 南梆子 / 西皮流水」的表述，正确的是？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一眼板（2/4）、三眼板（4/4）、无眼板（1/4或1/8）、散板（无板无眼）；原板为基础，另有慢板、快三眼、导板、散板、流水板等（书第54页）。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广义指五四运动后反映现实生活的京剧；狭义指新中国成立后戏曲改革创作的反映现实生活的新京剧（如《红灯记》《沙家浜》）（书第54页）。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形成于清代光绪年间北京；始于"四大徽班"进京，经"徽秦""徽汉"合流而成；代表剧种（书第49页）。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具体板式，对应不同速度情绪（书第42、44、46页）。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解析：具体板式，对应不同速度情绪（书第42、44、46页）。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《看大王在帐中和衣睡稳》的作曲/来源是？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《群英会》传统戏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《霸王别姬》传统戏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《空城计》传统戏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《圣洁的心灵——孔繁森》现代戏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解析：《看大王在帐中和衣睡稳》— 《霸王别姬》传统戏，体裁：正旦（青衣），南梆子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