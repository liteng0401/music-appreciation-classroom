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第11单元　光荣与梦想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第2节　共筑中国梦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下篇</a:t>
            </a:r>
          </a:p>
        </p:txBody>
      </p:sp>
      <p:pic>
        <p:nvPicPr>
          <p:cNvPr id="5" name="Picture 4" descr="school-badge-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0"/>
            <a:ext cx="1371600" cy="1824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本单元以现当代红色题材与改革开放主题作品，展现中国音乐"记录历史、凝聚民心"的社会功能；鉴赏时要结合时代背景，区分"群众歌曲（雄壮上口、集体齐唱）"与"艺术歌曲（诗化、伴奏精微、个人抒情）"两种歌曲形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群众歌曲：歌词通俗易懂，内容多与政治、社会活动有关，体现人民理想愿望与集体思想感情；曲调以雄壮豪迈者居多，音域不宽、结构整齐、节奏…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艺术歌曲：源自18世纪末19世纪初欧洲，根据著名诗歌创作，着重个人感情抒发与内心体验；曲调与歌词紧密配合，伴奏不只衬托而在渲染意境…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群众歌曲和艺术歌曲：二者无截然界限；一般群众歌曲多为分节歌，艺术歌曲更强调诗歌、旋律和伴奏紧密细致结合（书第140页）。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《血战湘江》：交响套曲《长征》第二乐章，张千一曲；通过节奏、变换的节拍、尖锐的音响描绘战争惨烈，表现红军视死如归（书第130页）。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《忆秦娥·娄山关》：毛泽东诗词、陆祖龙曲；A大调，4/4、2/2、3/4混拍，重音/三连音/附点/同音反复与变化力度，使情绪静谧而不失激昂（…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《山丹丹开花红艳艳》：陕甘民歌，刘烽编曲；据陕北信天游改编，高腔音调激越高亢，领唱与齐唱交替（书第134页）。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《你是这样的人》：电视纪录片《百年恩来》主题歌，宋小明词、三宝曲；旋律朴实动人、情感含蓄深沉（书第135页）。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《春天的故事》：叶旭全、蒋开儒词，王佑贵曲；民族风格叙事歌曲，记改革开放历史进程，标志性代表歌曲（书第136页）。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把群众歌曲与艺术歌曲截然二分：教材明言二者"并无截然不同的明确界限"，一般只是分节歌与"诗歌—旋律—伴奏紧密结合"的程度差异，勿机械归类。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脱离历史听主旋律作品：《春天的故事》《血战湘江》等紧扣具体史实（改革开放、长征），脱离时代背景会丢失其象征与叙事意义。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光荣与梦想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集体词、赵麟曲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领唱、合唱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本单元以现当代红色题材与改革开放主题作品，展现中国音乐"记录历史、凝聚民心"的社会功能；鉴赏时要结合时代背景，区分"群众歌曲（雄壮上口、集体齐唱）"与"艺术歌曲（诗化、伴奏精微、个人抒情）"两种歌曲形态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辨明「群众歌曲和艺术歌曲」的含义与听辨方法。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区分「群众歌曲和艺术歌曲」与「《血战湘江》」的边界，避免混淆。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【对比】对比《血战湘江》与《光荣与梦想》：并置聆听，引导学生聚焦「群众歌曲和艺术歌曲」听辨二者处理的不同，体会同一母题如何因要素差异而生出不同音乐性格。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【类合】类合：将《血战湘江》《忆秦娥·娄山关》《山丹丹开花红艳艳》并听，归纳它们在「群众歌曲和艺术歌曲」上的共同表达，形成对这类音乐的概括性认识。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【区分】区分：暂时悬置其他要素，单点聚焦「群众歌曲和艺术歌曲」，让学生只听这一层，建立清晰辨知后再放回整体。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【融合】融合：设计聆听任务，让学生同时关照「群众歌曲和艺术歌曲」与情感内涵（如边听边标情绪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下列关于「《血战湘江》」的表述，正确的是？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源自18世纪末19世纪初欧洲，根据著名诗歌创作，着重个人感情抒发与内心体验；曲调与歌词紧密配合，伴奏不只衬托而在渲染意境、刻画形象上起重要作用（书第140页）。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叶旭全、蒋开儒词，王佑贵曲；民族风格叙事歌曲，记改革开放历史进程，标志性代表歌曲（书第136页）。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集体词、赵麟曲；进行曲风格，附点/三连音/弱起带来强推动感，歌颂民族复兴中国梦（书第139页）。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交响套曲《长征》第二乐章，张千一曲；通过节奏、变换的节拍、尖锐的音响描绘战争惨烈，表现红军视死如归（书第130页）。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解析：交响套曲《长征》第二乐章，张千一曲；通过节奏、变换的节拍、尖锐的音响描绘战争惨烈，表现红军视死如归（书第130页）。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下列关于「《忆秦娥·娄山关》」的表述，正确的是？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毛泽东诗词、陆祖龙曲；A大调，4/4、2/2、3/4混拍，重音/三连音/附点/同音反复与变化力度，使情绪静谧而不失激昂（书第132页）。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叶旭全、蒋开儒词，王佑贵曲；民族风格叙事歌曲，记改革开放历史进程，标志性代表歌曲（书第136页）。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集体词、赵麟曲；进行曲风格，附点/三连音/弱起带来强推动感，歌颂民族复兴中国梦（书第139页）。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歌词通俗易懂，内容多与政治、社会活动有关，体现人民理想愿望与集体思想感情；曲调以雄壮豪迈者居多，音域不宽、结构整齐、节奏鲜明、易于上口，适于群众集体齐唱（书第140页）。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解析：毛泽东诗词、陆祖龙曲；A大调，4/4、2/2、3/4混拍，重音/三连音/附点/同音反复与变化力度，使情绪静谧而不失激昂（书第132页）。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下列关于「《你是这样的人》」的表述，正确的是？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歌词通俗易懂，内容多与政治、社会活动有关，体现人民理想愿望与集体思想感情；曲调以雄壮豪迈者居多，音域不宽、结构整齐、节奏鲜明、易于上口，适于群众集体齐唱（书第140页）。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集体词、赵麟曲；进行曲风格，附点/三连音/弱起带来强推动感，歌颂民族复兴中国梦（书第139页）。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源自18世纪末19世纪初欧洲，根据著名诗歌创作，着重个人感情抒发与内心体验；曲调与歌词紧密配合，伴奏不只衬托而在渲染意境、刻画形象上起重要作用（书第140页）。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电视纪录片《百年恩来》主题歌，宋小明词、三宝曲；旋律朴实动人、情感含蓄深沉（书第135页）。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解析：电视纪录片《百年恩来》主题歌，宋小明词、三宝曲；旋律朴实动人、情感含蓄深沉（书第135页）。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